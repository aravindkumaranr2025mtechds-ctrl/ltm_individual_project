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graphics/data1.xml" ContentType="application/vnd.openxmlformats-officedocument.drawingml.diagramData+xml"/>
  <Override PartName="/ppt/graphics/layout1.xml" ContentType="application/vnd.openxmlformats-officedocument.drawingml.diagramLayout+xml"/>
  <Override PartName="/ppt/graphics/quickStyle1.xml" ContentType="application/vnd.openxmlformats-officedocument.drawingml.diagramStyle+xml"/>
  <Override PartName="/ppt/graphics/colors1.xml" ContentType="application/vnd.openxmlformats-officedocument.drawingml.diagramColor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graphics/data2.xml" ContentType="application/vnd.openxmlformats-officedocument.drawingml.diagramData+xml"/>
  <Override PartName="/ppt/graphics/layout2.xml" ContentType="application/vnd.openxmlformats-officedocument.drawingml.diagramLayout+xml"/>
  <Override PartName="/ppt/graphics/quickStyle2.xml" ContentType="application/vnd.openxmlformats-officedocument.drawingml.diagramStyle+xml"/>
  <Override PartName="/ppt/graphics/colors2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f3b8e7ac7d8408b" /><Relationship Type="http://schemas.openxmlformats.org/package/2006/relationships/metadata/core-properties" Target="/docProps/core.xml" Id="R75bd4624be02498f" /><Relationship Type="http://schemas.openxmlformats.org/officeDocument/2006/relationships/extended-properties" Target="/docProps/app.xml" Id="Rf341567f7c4b4a6c" /><Relationship Type="http://schemas.openxmlformats.org/officeDocument/2006/relationships/custom-properties" Target="/docProps/custom.xml" Id="R0dbf313572224f23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c13f141b8a5d461e"/>
  </p:sldMasterIdLst>
  <p:notesMasterIdLst>
    <p:notesMasterId r:id="R2be4e27422a14750"/>
  </p:notesMasterIdLst>
  <p:sldIdLst>
    <p:sldId id="256" r:id="Rcb74f354c5004759"/>
    <p:sldId id="257" r:id="R5bb25fe5f8b84b07"/>
    <p:sldId id="258" r:id="R67ded5f64d91416c"/>
    <p:sldId id="259" r:id="R7c541811b5dc4e94"/>
    <p:sldId id="260" r:id="R89d134b26a7d49b0"/>
    <p:sldId id="261" r:id="Rfde375af67024296"/>
    <p:sldId id="262" r:id="R5ff68efa1ab248d9"/>
    <p:sldId id="263" r:id="R2a96ae28f3f34b53"/>
    <p:sldId id="264" r:id="R8d90f7ba188746b6"/>
    <p:sldId id="265" r:id="Rae689f65f60e4300"/>
    <p:sldId id="266" r:id="R39dfd5d84a694678"/>
    <p:sldId id="267" r:id="R4290214c7a454823"/>
    <p:sldId id="268" r:id="R31aedbdb9bb14d6e"/>
    <p:sldId id="269" r:id="Rc44c8544f2a74cf9"/>
    <p:sldId id="270" r:id="R32bfc56c6ae445d5"/>
    <p:sldId id="271" r:id="R957fbfa8d1ae4fba"/>
    <p:sldId id="272" r:id="R4897a0d7d0ca4ca6"/>
    <p:sldId id="273" r:id="Rf6dd6573618b4f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be4e27422a14750" /><Relationship Type="http://schemas.openxmlformats.org/officeDocument/2006/relationships/presProps" Target="/ppt/presProps.xml" Id="R7381a8c5a3ce4ed9" /><Relationship Type="http://schemas.openxmlformats.org/officeDocument/2006/relationships/viewProps" Target="/ppt/viewProps.xml" Id="Rc13372433fc74644" /><Relationship Type="http://schemas.openxmlformats.org/officeDocument/2006/relationships/slideMaster" Target="/ppt/slideMasters/slideMaster1.xml" Id="Rc13f141b8a5d461e" /><Relationship Type="http://schemas.openxmlformats.org/officeDocument/2006/relationships/theme" Target="/ppt/slideMasters/theme/theme2.xml" Id="R55b135e41915489d" /><Relationship Type="http://schemas.openxmlformats.org/officeDocument/2006/relationships/slide" Target="/ppt/slides/slide1.xml" Id="Rcb74f354c5004759" /><Relationship Type="http://schemas.openxmlformats.org/officeDocument/2006/relationships/tableStyles" Target="/ppt/tableStyles.xml" Id="R1e45083894624b2f" /><Relationship Type="http://schemas.openxmlformats.org/officeDocument/2006/relationships/slide" Target="/ppt/slides/slide2.xml" Id="R5bb25fe5f8b84b07" /><Relationship Type="http://schemas.openxmlformats.org/officeDocument/2006/relationships/slide" Target="/ppt/slides/slide3.xml" Id="R67ded5f64d91416c" /><Relationship Type="http://schemas.openxmlformats.org/officeDocument/2006/relationships/slide" Target="/ppt/slides/slide4.xml" Id="R7c541811b5dc4e94" /><Relationship Type="http://schemas.openxmlformats.org/officeDocument/2006/relationships/slide" Target="/ppt/slides/slide5.xml" Id="R89d134b26a7d49b0" /><Relationship Type="http://schemas.openxmlformats.org/officeDocument/2006/relationships/slide" Target="/ppt/slides/slide6.xml" Id="Rfde375af67024296" /><Relationship Type="http://schemas.openxmlformats.org/officeDocument/2006/relationships/slide" Target="/ppt/slides/slide7.xml" Id="R5ff68efa1ab248d9" /><Relationship Type="http://schemas.openxmlformats.org/officeDocument/2006/relationships/slide" Target="/ppt/slides/slide8.xml" Id="R2a96ae28f3f34b53" /><Relationship Type="http://schemas.openxmlformats.org/officeDocument/2006/relationships/slide" Target="/ppt/slides/slide9.xml" Id="R8d90f7ba188746b6" /><Relationship Type="http://schemas.openxmlformats.org/officeDocument/2006/relationships/slide" Target="/ppt/slides/slide10.xml" Id="Rae689f65f60e4300" /><Relationship Type="http://schemas.openxmlformats.org/officeDocument/2006/relationships/slide" Target="/ppt/slides/slide11.xml" Id="R39dfd5d84a694678" /><Relationship Type="http://schemas.openxmlformats.org/officeDocument/2006/relationships/slide" Target="/ppt/slides/slide12.xml" Id="R4290214c7a454823" /><Relationship Type="http://schemas.openxmlformats.org/officeDocument/2006/relationships/slide" Target="/ppt/slides/slide13.xml" Id="R31aedbdb9bb14d6e" /><Relationship Type="http://schemas.openxmlformats.org/officeDocument/2006/relationships/slide" Target="/ppt/slides/slide14.xml" Id="Rc44c8544f2a74cf9" /><Relationship Type="http://schemas.openxmlformats.org/officeDocument/2006/relationships/slide" Target="/ppt/slides/slide15.xml" Id="R32bfc56c6ae445d5" /><Relationship Type="http://schemas.openxmlformats.org/officeDocument/2006/relationships/slide" Target="/ppt/slides/slide16.xml" Id="R957fbfa8d1ae4fba" /><Relationship Type="http://schemas.openxmlformats.org/officeDocument/2006/relationships/slide" Target="/ppt/slides/slide17.xml" Id="R4897a0d7d0ca4ca6" /><Relationship Type="http://schemas.openxmlformats.org/officeDocument/2006/relationships/slide" Target="/ppt/slides/slide18.xml" Id="Rf6dd6573618b4f51" /></Relationships>
</file>

<file path=ppt/graphic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graphic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graphics/data1.xml><?xml version="1.0" encoding="utf-8"?>
<dgm:dataModel xmlns:dgm="http://schemas.openxmlformats.org/drawingml/2006/diagram" xmlns:a="http://schemas.openxmlformats.org/drawingml/2006/main">
  <dgm:ptLst>
    <dgm:pt modelId="{40FC22E5-6796-4809-B68A-F03FE7041BB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B62EA33-281B-4F84-9D20-82AC8E9EA4BB}">
      <dgm:prSet phldrT="[Text]"/>
      <dgm:spPr/>
      <dgm:t>
        <a:bodyPr/>
        <a:lstStyle/>
        <a:p>
          <a:pPr>
            <a:buNone/>
          </a:pPr>
          <a:r>
            <a:rPr lang="en-IN"/>
            <a:t>User Issue</a:t>
          </a:r>
          <a:endParaRPr lang="en-IN" dirty="0"/>
        </a:p>
      </dgm:t>
    </dgm:pt>
    <dgm:pt modelId="{52386C82-D22D-4AF0-BF8E-9747E5E340EA}" type="parTrans" cxnId="{E2C8726E-16E6-43F0-A215-6B7C598D7A62}">
      <dgm:prSet/>
      <dgm:spPr/>
      <dgm:t>
        <a:bodyPr/>
        <a:lstStyle/>
        <a:p>
          <a:endParaRPr lang="en-IN"/>
        </a:p>
      </dgm:t>
    </dgm:pt>
    <dgm:pt modelId="{F0C409AB-A7C6-4606-A5B8-0DD8AE5F69BF}" type="sibTrans" cxnId="{E2C8726E-16E6-43F0-A215-6B7C598D7A62}">
      <dgm:prSet/>
      <dgm:spPr/>
      <dgm:t>
        <a:bodyPr/>
        <a:lstStyle/>
        <a:p>
          <a:endParaRPr lang="en-IN"/>
        </a:p>
      </dgm:t>
    </dgm:pt>
    <dgm:pt modelId="{E3326F39-8877-45D0-A513-959A94E910B8}">
      <dgm:prSet/>
      <dgm:spPr/>
      <dgm:t>
        <a:bodyPr/>
        <a:lstStyle/>
        <a:p>
          <a:pPr>
            <a:buNone/>
          </a:pPr>
          <a:r>
            <a:rPr lang="en-IN"/>
            <a:t>Bounded Agentic AI</a:t>
          </a:r>
        </a:p>
      </dgm:t>
    </dgm:pt>
    <dgm:pt modelId="{5CF320CE-BB90-4DED-9DF5-D0AC93CF5445}" type="parTrans" cxnId="{6658778A-7EF4-404B-B45C-9A354DC946EB}">
      <dgm:prSet/>
      <dgm:spPr/>
      <dgm:t>
        <a:bodyPr/>
        <a:lstStyle/>
        <a:p>
          <a:endParaRPr lang="en-IN"/>
        </a:p>
      </dgm:t>
    </dgm:pt>
    <dgm:pt modelId="{9FF4ED1A-7AF4-4C86-A2BC-ED98DA2E8A47}" type="sibTrans" cxnId="{6658778A-7EF4-404B-B45C-9A354DC946EB}">
      <dgm:prSet/>
      <dgm:spPr/>
      <dgm:t>
        <a:bodyPr/>
        <a:lstStyle/>
        <a:p>
          <a:endParaRPr lang="en-IN"/>
        </a:p>
      </dgm:t>
    </dgm:pt>
    <dgm:pt modelId="{B23AAB03-BD5F-4FC7-B346-6C66959EA325}">
      <dgm:prSet/>
      <dgm:spPr/>
      <dgm:t>
        <a:bodyPr/>
        <a:lstStyle/>
        <a:p>
          <a:pPr>
            <a:buNone/>
          </a:pPr>
          <a:r>
            <a:rPr lang="en-IN"/>
            <a:t>Query &amp; Context Analysis</a:t>
          </a:r>
        </a:p>
      </dgm:t>
    </dgm:pt>
    <dgm:pt modelId="{772812ED-7645-4B96-88FE-A9B25C52CD13}" type="parTrans" cxnId="{3C3A8A1C-9FC0-43DD-986A-011491538283}">
      <dgm:prSet/>
      <dgm:spPr/>
      <dgm:t>
        <a:bodyPr/>
        <a:lstStyle/>
        <a:p>
          <a:endParaRPr lang="en-IN"/>
        </a:p>
      </dgm:t>
    </dgm:pt>
    <dgm:pt modelId="{7F251BD4-F378-40F6-A5C6-3DB01F5C724E}" type="sibTrans" cxnId="{3C3A8A1C-9FC0-43DD-986A-011491538283}">
      <dgm:prSet/>
      <dgm:spPr/>
      <dgm:t>
        <a:bodyPr/>
        <a:lstStyle/>
        <a:p>
          <a:endParaRPr lang="en-IN"/>
        </a:p>
      </dgm:t>
    </dgm:pt>
    <dgm:pt modelId="{70F20AAE-2DD8-4D22-95B9-4A64BF2C44BC}">
      <dgm:prSet/>
      <dgm:spPr/>
      <dgm:t>
        <a:bodyPr/>
        <a:lstStyle/>
        <a:p>
          <a:pPr>
            <a:buNone/>
          </a:pPr>
          <a:r>
            <a:rPr lang="en-IN"/>
            <a:t>Evidence Retrieval</a:t>
          </a:r>
        </a:p>
      </dgm:t>
    </dgm:pt>
    <dgm:pt modelId="{71648824-DACB-473E-9EF8-1C12853D35C6}" type="parTrans" cxnId="{3A1FD7E9-3CD8-4966-8822-454A0762BBB5}">
      <dgm:prSet/>
      <dgm:spPr/>
      <dgm:t>
        <a:bodyPr/>
        <a:lstStyle/>
        <a:p>
          <a:endParaRPr lang="en-IN"/>
        </a:p>
      </dgm:t>
    </dgm:pt>
    <dgm:pt modelId="{1E016DAD-51A9-4772-AAC2-FEEDD68AB35B}" type="sibTrans" cxnId="{3A1FD7E9-3CD8-4966-8822-454A0762BBB5}">
      <dgm:prSet/>
      <dgm:spPr/>
      <dgm:t>
        <a:bodyPr/>
        <a:lstStyle/>
        <a:p>
          <a:endParaRPr lang="en-IN"/>
        </a:p>
      </dgm:t>
    </dgm:pt>
    <dgm:pt modelId="{8EC03929-9855-4416-9E44-F35FA6CB6D4F}">
      <dgm:prSet/>
      <dgm:spPr/>
      <dgm:t>
        <a:bodyPr/>
        <a:lstStyle/>
        <a:p>
          <a:pPr>
            <a:buNone/>
          </a:pPr>
          <a:r>
            <a:rPr lang="en-IN"/>
            <a:t>Knowledge Base</a:t>
          </a:r>
        </a:p>
      </dgm:t>
    </dgm:pt>
    <dgm:pt modelId="{C939B6F3-1A4F-4487-81B9-5376FEB13F84}" type="parTrans" cxnId="{F18CC09E-5EEA-4AA4-9E9D-B33041A436B4}">
      <dgm:prSet/>
      <dgm:spPr/>
      <dgm:t>
        <a:bodyPr/>
        <a:lstStyle/>
        <a:p>
          <a:endParaRPr lang="en-IN"/>
        </a:p>
      </dgm:t>
    </dgm:pt>
    <dgm:pt modelId="{AAF7A754-64A6-4525-806D-991AE1E77DF6}" type="sibTrans" cxnId="{F18CC09E-5EEA-4AA4-9E9D-B33041A436B4}">
      <dgm:prSet/>
      <dgm:spPr/>
      <dgm:t>
        <a:bodyPr/>
        <a:lstStyle/>
        <a:p>
          <a:endParaRPr lang="en-IN"/>
        </a:p>
      </dgm:t>
    </dgm:pt>
    <dgm:pt modelId="{B14E0C13-57C0-43A2-A37A-468AC5840C8F}">
      <dgm:prSet/>
      <dgm:spPr/>
      <dgm:t>
        <a:bodyPr/>
        <a:lstStyle/>
        <a:p>
          <a:pPr>
            <a:buNone/>
          </a:pPr>
          <a:r>
            <a:rPr lang="en-IN"/>
            <a:t>Evidence Validation</a:t>
          </a:r>
        </a:p>
      </dgm:t>
    </dgm:pt>
    <dgm:pt modelId="{53F0F1E0-67D1-45AD-BE9F-F04E74AF9739}" type="parTrans" cxnId="{D1A0158A-994A-4A20-BBEE-2EF5D2789CC6}">
      <dgm:prSet/>
      <dgm:spPr/>
      <dgm:t>
        <a:bodyPr/>
        <a:lstStyle/>
        <a:p>
          <a:endParaRPr lang="en-IN"/>
        </a:p>
      </dgm:t>
    </dgm:pt>
    <dgm:pt modelId="{6818710C-5101-483D-BEF0-814106A1BF52}" type="sibTrans" cxnId="{D1A0158A-994A-4A20-BBEE-2EF5D2789CC6}">
      <dgm:prSet/>
      <dgm:spPr/>
      <dgm:t>
        <a:bodyPr/>
        <a:lstStyle/>
        <a:p>
          <a:endParaRPr lang="en-IN"/>
        </a:p>
      </dgm:t>
    </dgm:pt>
    <dgm:pt modelId="{A9873195-27B2-4912-BFE1-D8E35855200F}">
      <dgm:prSet/>
      <dgm:spPr/>
      <dgm:t>
        <a:bodyPr/>
        <a:lstStyle/>
        <a:p>
          <a:pPr>
            <a:buNone/>
          </a:pPr>
          <a:r>
            <a:rPr lang="en-IN"/>
            <a:t>Grounded LLM Synthesis</a:t>
          </a:r>
        </a:p>
      </dgm:t>
    </dgm:pt>
    <dgm:pt modelId="{F3BD45CA-C7A3-4E7C-B37A-0BCEA728121A}" type="parTrans" cxnId="{70A41306-0A80-4FEB-A5D3-48F067283834}">
      <dgm:prSet/>
      <dgm:spPr/>
      <dgm:t>
        <a:bodyPr/>
        <a:lstStyle/>
        <a:p>
          <a:endParaRPr lang="en-IN"/>
        </a:p>
      </dgm:t>
    </dgm:pt>
    <dgm:pt modelId="{C4E7CF16-8C42-48BC-AA48-AF3E38BF15DC}" type="sibTrans" cxnId="{70A41306-0A80-4FEB-A5D3-48F067283834}">
      <dgm:prSet/>
      <dgm:spPr/>
      <dgm:t>
        <a:bodyPr/>
        <a:lstStyle/>
        <a:p>
          <a:endParaRPr lang="en-IN"/>
        </a:p>
      </dgm:t>
    </dgm:pt>
    <dgm:pt modelId="{04BFE64B-ECA6-4D39-BFD3-8DDCA21DC8B7}">
      <dgm:prSet/>
      <dgm:spPr/>
      <dgm:t>
        <a:bodyPr/>
        <a:lstStyle/>
        <a:p>
          <a:pPr>
            <a:buNone/>
          </a:pPr>
          <a:r>
            <a:rPr lang="en-IN"/>
            <a:t>Safety Verification</a:t>
          </a:r>
        </a:p>
      </dgm:t>
    </dgm:pt>
    <dgm:pt modelId="{7A285D4F-35BC-47FD-88B4-F99DF0AD14B4}" type="parTrans" cxnId="{BD9E5505-68E2-42C4-B564-E02572ADC3F9}">
      <dgm:prSet/>
      <dgm:spPr/>
      <dgm:t>
        <a:bodyPr/>
        <a:lstStyle/>
        <a:p>
          <a:endParaRPr lang="en-IN"/>
        </a:p>
      </dgm:t>
    </dgm:pt>
    <dgm:pt modelId="{5E3B8C7F-E406-48B6-B8FD-D745D602CA10}" type="sibTrans" cxnId="{BD9E5505-68E2-42C4-B564-E02572ADC3F9}">
      <dgm:prSet/>
      <dgm:spPr/>
      <dgm:t>
        <a:bodyPr/>
        <a:lstStyle/>
        <a:p>
          <a:endParaRPr lang="en-IN"/>
        </a:p>
      </dgm:t>
    </dgm:pt>
    <dgm:pt modelId="{C30BDBEB-26F9-4C11-8241-90D378DB849D}">
      <dgm:prSet/>
      <dgm:spPr/>
      <dgm:t>
        <a:bodyPr/>
        <a:lstStyle/>
        <a:p>
          <a:pPr>
            <a:buNone/>
          </a:pPr>
          <a:r>
            <a:rPr lang="en-IN"/>
            <a:t>Final Decision</a:t>
          </a:r>
        </a:p>
      </dgm:t>
    </dgm:pt>
    <dgm:pt modelId="{A9C44906-6B7D-4614-85A6-8D324A97B000}" type="parTrans" cxnId="{AA051AAE-A971-4F26-8BA7-C347F6F635DC}">
      <dgm:prSet/>
      <dgm:spPr/>
      <dgm:t>
        <a:bodyPr/>
        <a:lstStyle/>
        <a:p>
          <a:endParaRPr lang="en-IN"/>
        </a:p>
      </dgm:t>
    </dgm:pt>
    <dgm:pt modelId="{603B2BD2-F6A0-4BE8-B3C4-6C41EC6F6751}" type="sibTrans" cxnId="{AA051AAE-A971-4F26-8BA7-C347F6F635DC}">
      <dgm:prSet/>
      <dgm:spPr/>
      <dgm:t>
        <a:bodyPr/>
        <a:lstStyle/>
        <a:p>
          <a:endParaRPr lang="en-IN"/>
        </a:p>
      </dgm:t>
    </dgm:pt>
    <dgm:pt modelId="{A077E26A-CF49-4C58-94A9-B67B501C65BF}">
      <dgm:prSet/>
      <dgm:spPr/>
      <dgm:t>
        <a:bodyPr/>
        <a:lstStyle/>
        <a:p>
          <a:pPr>
            <a:buNone/>
          </a:pPr>
          <a:r>
            <a:rPr lang="en-IN"/>
            <a:t>Technician Assistance</a:t>
          </a:r>
        </a:p>
      </dgm:t>
    </dgm:pt>
    <dgm:pt modelId="{AD8EBD89-4904-451B-B81C-CF122667A383}" type="parTrans" cxnId="{5C95F5BC-BD85-4379-B5FE-A26253C1C753}">
      <dgm:prSet/>
      <dgm:spPr/>
      <dgm:t>
        <a:bodyPr/>
        <a:lstStyle/>
        <a:p>
          <a:endParaRPr lang="en-IN"/>
        </a:p>
      </dgm:t>
    </dgm:pt>
    <dgm:pt modelId="{B9C32622-7293-4FD5-A7C1-322457869069}" type="sibTrans" cxnId="{5C95F5BC-BD85-4379-B5FE-A26253C1C753}">
      <dgm:prSet/>
      <dgm:spPr/>
      <dgm:t>
        <a:bodyPr/>
        <a:lstStyle/>
        <a:p>
          <a:endParaRPr lang="en-IN"/>
        </a:p>
      </dgm:t>
    </dgm:pt>
    <dgm:pt modelId="{03058130-F676-4081-83E7-0104322E0784}" type="pres">
      <dgm:prSet presAssocID="{40FC22E5-6796-4809-B68A-F03FE7041BB8}" presName="linear" presStyleCnt="0">
        <dgm:presLayoutVars>
          <dgm:dir/>
          <dgm:animLvl val="lvl"/>
          <dgm:resizeHandles val="exact"/>
        </dgm:presLayoutVars>
      </dgm:prSet>
      <dgm:spPr/>
    </dgm:pt>
    <dgm:pt modelId="{40934D2F-3C82-4D40-B245-134039E6D4A0}" type="pres">
      <dgm:prSet presAssocID="{7B62EA33-281B-4F84-9D20-82AC8E9EA4BB}" presName="parentLin" presStyleCnt="0"/>
      <dgm:spPr/>
    </dgm:pt>
    <dgm:pt modelId="{A0F145EF-7CA3-4977-A4EB-74BFB20BBD2E}" type="pres">
      <dgm:prSet presAssocID="{7B62EA33-281B-4F84-9D20-82AC8E9EA4BB}" presName="parentLeftMargin" presStyleLbl="node1" presStyleIdx="0" presStyleCnt="10"/>
      <dgm:spPr/>
    </dgm:pt>
    <dgm:pt modelId="{6BB4282E-7F2C-4DB7-8A65-E33A034E1E72}" type="pres">
      <dgm:prSet presAssocID="{7B62EA33-281B-4F84-9D20-82AC8E9EA4BB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D83E7B22-2BDA-44FD-BF30-50C911A25E81}" type="pres">
      <dgm:prSet presAssocID="{7B62EA33-281B-4F84-9D20-82AC8E9EA4BB}" presName="negativeSpace" presStyleCnt="0"/>
      <dgm:spPr/>
    </dgm:pt>
    <dgm:pt modelId="{1A86B30A-1CE8-45FE-8416-780A766B7D9C}" type="pres">
      <dgm:prSet presAssocID="{7B62EA33-281B-4F84-9D20-82AC8E9EA4BB}" presName="childText" presStyleLbl="conFgAcc1" presStyleIdx="0" presStyleCnt="10">
        <dgm:presLayoutVars>
          <dgm:bulletEnabled val="1"/>
        </dgm:presLayoutVars>
      </dgm:prSet>
      <dgm:spPr/>
    </dgm:pt>
    <dgm:pt modelId="{4DC8F13E-0CB9-4846-B00D-25D592B07EC1}" type="pres">
      <dgm:prSet presAssocID="{F0C409AB-A7C6-4606-A5B8-0DD8AE5F69BF}" presName="spaceBetweenRectangles" presStyleCnt="0"/>
      <dgm:spPr/>
    </dgm:pt>
    <dgm:pt modelId="{5434603F-DD90-43E2-87C1-CD25396899B8}" type="pres">
      <dgm:prSet presAssocID="{E3326F39-8877-45D0-A513-959A94E910B8}" presName="parentLin" presStyleCnt="0"/>
      <dgm:spPr/>
    </dgm:pt>
    <dgm:pt modelId="{7AC97032-AF44-4F6F-A91E-BA28432B203B}" type="pres">
      <dgm:prSet presAssocID="{E3326F39-8877-45D0-A513-959A94E910B8}" presName="parentLeftMargin" presStyleLbl="node1" presStyleIdx="0" presStyleCnt="10"/>
      <dgm:spPr/>
    </dgm:pt>
    <dgm:pt modelId="{12ED03AA-3CB3-44CB-8836-DCB94D37C2B7}" type="pres">
      <dgm:prSet presAssocID="{E3326F39-8877-45D0-A513-959A94E910B8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8574664E-E172-44B4-A3AE-D658655E34FF}" type="pres">
      <dgm:prSet presAssocID="{E3326F39-8877-45D0-A513-959A94E910B8}" presName="negativeSpace" presStyleCnt="0"/>
      <dgm:spPr/>
    </dgm:pt>
    <dgm:pt modelId="{8DC0917E-AF97-4B5C-B3ED-141EC9509F0E}" type="pres">
      <dgm:prSet presAssocID="{E3326F39-8877-45D0-A513-959A94E910B8}" presName="childText" presStyleLbl="conFgAcc1" presStyleIdx="1" presStyleCnt="10">
        <dgm:presLayoutVars>
          <dgm:bulletEnabled val="1"/>
        </dgm:presLayoutVars>
      </dgm:prSet>
      <dgm:spPr/>
    </dgm:pt>
    <dgm:pt modelId="{1C9A575A-75A2-42FD-BFFA-2F501EC6DD3C}" type="pres">
      <dgm:prSet presAssocID="{9FF4ED1A-7AF4-4C86-A2BC-ED98DA2E8A47}" presName="spaceBetweenRectangles" presStyleCnt="0"/>
      <dgm:spPr/>
    </dgm:pt>
    <dgm:pt modelId="{780A1832-9C79-48C0-A3B1-21A9925D5E35}" type="pres">
      <dgm:prSet presAssocID="{B23AAB03-BD5F-4FC7-B346-6C66959EA325}" presName="parentLin" presStyleCnt="0"/>
      <dgm:spPr/>
    </dgm:pt>
    <dgm:pt modelId="{C5DDCD01-E87F-4D75-90DD-B7FF9ADBDB9C}" type="pres">
      <dgm:prSet presAssocID="{B23AAB03-BD5F-4FC7-B346-6C66959EA325}" presName="parentLeftMargin" presStyleLbl="node1" presStyleIdx="1" presStyleCnt="10"/>
      <dgm:spPr/>
    </dgm:pt>
    <dgm:pt modelId="{0E413F60-6C3A-4D60-A913-9023F7ED7728}" type="pres">
      <dgm:prSet presAssocID="{B23AAB03-BD5F-4FC7-B346-6C66959EA325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8313A7F2-9741-4367-9ADB-C14F801026E6}" type="pres">
      <dgm:prSet presAssocID="{B23AAB03-BD5F-4FC7-B346-6C66959EA325}" presName="negativeSpace" presStyleCnt="0"/>
      <dgm:spPr/>
    </dgm:pt>
    <dgm:pt modelId="{0408B8E2-6352-406C-8407-09D68A74FF95}" type="pres">
      <dgm:prSet presAssocID="{B23AAB03-BD5F-4FC7-B346-6C66959EA325}" presName="childText" presStyleLbl="conFgAcc1" presStyleIdx="2" presStyleCnt="10">
        <dgm:presLayoutVars>
          <dgm:bulletEnabled val="1"/>
        </dgm:presLayoutVars>
      </dgm:prSet>
      <dgm:spPr/>
    </dgm:pt>
    <dgm:pt modelId="{267A62AF-D67E-4DFC-8790-8A59970A4DFF}" type="pres">
      <dgm:prSet presAssocID="{7F251BD4-F378-40F6-A5C6-3DB01F5C724E}" presName="spaceBetweenRectangles" presStyleCnt="0"/>
      <dgm:spPr/>
    </dgm:pt>
    <dgm:pt modelId="{2E4E9E87-A9A7-4B3B-862C-A76A5A9DF659}" type="pres">
      <dgm:prSet presAssocID="{70F20AAE-2DD8-4D22-95B9-4A64BF2C44BC}" presName="parentLin" presStyleCnt="0"/>
      <dgm:spPr/>
    </dgm:pt>
    <dgm:pt modelId="{4E544A4F-2A53-4460-9B16-A3BE429ED37F}" type="pres">
      <dgm:prSet presAssocID="{70F20AAE-2DD8-4D22-95B9-4A64BF2C44BC}" presName="parentLeftMargin" presStyleLbl="node1" presStyleIdx="2" presStyleCnt="10"/>
      <dgm:spPr/>
    </dgm:pt>
    <dgm:pt modelId="{90103DA4-89B6-4595-BA75-B4CA0C3F246A}" type="pres">
      <dgm:prSet presAssocID="{70F20AAE-2DD8-4D22-95B9-4A64BF2C44BC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6A9601D1-6CBD-4EAB-9206-897571A3E719}" type="pres">
      <dgm:prSet presAssocID="{70F20AAE-2DD8-4D22-95B9-4A64BF2C44BC}" presName="negativeSpace" presStyleCnt="0"/>
      <dgm:spPr/>
    </dgm:pt>
    <dgm:pt modelId="{AFDA2585-9CA8-4A89-8552-DE85C0226BB3}" type="pres">
      <dgm:prSet presAssocID="{70F20AAE-2DD8-4D22-95B9-4A64BF2C44BC}" presName="childText" presStyleLbl="conFgAcc1" presStyleIdx="3" presStyleCnt="10">
        <dgm:presLayoutVars>
          <dgm:bulletEnabled val="1"/>
        </dgm:presLayoutVars>
      </dgm:prSet>
      <dgm:spPr/>
    </dgm:pt>
    <dgm:pt modelId="{BA9E52D1-A5A8-470E-AB45-0CD368AFF5CA}" type="pres">
      <dgm:prSet presAssocID="{1E016DAD-51A9-4772-AAC2-FEEDD68AB35B}" presName="spaceBetweenRectangles" presStyleCnt="0"/>
      <dgm:spPr/>
    </dgm:pt>
    <dgm:pt modelId="{4B73B6AB-EEFA-4565-AB02-B115484AA1B7}" type="pres">
      <dgm:prSet presAssocID="{8EC03929-9855-4416-9E44-F35FA6CB6D4F}" presName="parentLin" presStyleCnt="0"/>
      <dgm:spPr/>
    </dgm:pt>
    <dgm:pt modelId="{CA9B7592-CE40-42BB-AED8-B62544E23EFA}" type="pres">
      <dgm:prSet presAssocID="{8EC03929-9855-4416-9E44-F35FA6CB6D4F}" presName="parentLeftMargin" presStyleLbl="node1" presStyleIdx="3" presStyleCnt="10"/>
      <dgm:spPr/>
    </dgm:pt>
    <dgm:pt modelId="{9B1D07DB-7CB7-4F52-BF0A-51F584A83F84}" type="pres">
      <dgm:prSet presAssocID="{8EC03929-9855-4416-9E44-F35FA6CB6D4F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247B7225-7837-4FAC-90BB-1342E5838F78}" type="pres">
      <dgm:prSet presAssocID="{8EC03929-9855-4416-9E44-F35FA6CB6D4F}" presName="negativeSpace" presStyleCnt="0"/>
      <dgm:spPr/>
    </dgm:pt>
    <dgm:pt modelId="{5C61320D-3E8F-4721-8002-0B1DA4119B74}" type="pres">
      <dgm:prSet presAssocID="{8EC03929-9855-4416-9E44-F35FA6CB6D4F}" presName="childText" presStyleLbl="conFgAcc1" presStyleIdx="4" presStyleCnt="10">
        <dgm:presLayoutVars>
          <dgm:bulletEnabled val="1"/>
        </dgm:presLayoutVars>
      </dgm:prSet>
      <dgm:spPr/>
    </dgm:pt>
    <dgm:pt modelId="{947889A1-0344-4D1D-B762-0C2BE7B8EB4E}" type="pres">
      <dgm:prSet presAssocID="{AAF7A754-64A6-4525-806D-991AE1E77DF6}" presName="spaceBetweenRectangles" presStyleCnt="0"/>
      <dgm:spPr/>
    </dgm:pt>
    <dgm:pt modelId="{BA8A443E-B8BA-412D-A7CF-C3D9529E9768}" type="pres">
      <dgm:prSet presAssocID="{B14E0C13-57C0-43A2-A37A-468AC5840C8F}" presName="parentLin" presStyleCnt="0"/>
      <dgm:spPr/>
    </dgm:pt>
    <dgm:pt modelId="{8595C33A-082D-4768-8455-B122B47833DC}" type="pres">
      <dgm:prSet presAssocID="{B14E0C13-57C0-43A2-A37A-468AC5840C8F}" presName="parentLeftMargin" presStyleLbl="node1" presStyleIdx="4" presStyleCnt="10"/>
      <dgm:spPr/>
    </dgm:pt>
    <dgm:pt modelId="{9841CA8C-86FD-426A-9372-F22019D464A5}" type="pres">
      <dgm:prSet presAssocID="{B14E0C13-57C0-43A2-A37A-468AC5840C8F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B4B581EE-1CDB-4427-A29E-82ADB384960F}" type="pres">
      <dgm:prSet presAssocID="{B14E0C13-57C0-43A2-A37A-468AC5840C8F}" presName="negativeSpace" presStyleCnt="0"/>
      <dgm:spPr/>
    </dgm:pt>
    <dgm:pt modelId="{EFE94B72-0ADC-4F6E-9EE2-523034B51335}" type="pres">
      <dgm:prSet presAssocID="{B14E0C13-57C0-43A2-A37A-468AC5840C8F}" presName="childText" presStyleLbl="conFgAcc1" presStyleIdx="5" presStyleCnt="10">
        <dgm:presLayoutVars>
          <dgm:bulletEnabled val="1"/>
        </dgm:presLayoutVars>
      </dgm:prSet>
      <dgm:spPr/>
    </dgm:pt>
    <dgm:pt modelId="{E2AAA71E-3AD2-4BA8-8407-B5CA074BA68C}" type="pres">
      <dgm:prSet presAssocID="{6818710C-5101-483D-BEF0-814106A1BF52}" presName="spaceBetweenRectangles" presStyleCnt="0"/>
      <dgm:spPr/>
    </dgm:pt>
    <dgm:pt modelId="{751C89CB-759E-4360-BE16-ADC870116D11}" type="pres">
      <dgm:prSet presAssocID="{A9873195-27B2-4912-BFE1-D8E35855200F}" presName="parentLin" presStyleCnt="0"/>
      <dgm:spPr/>
    </dgm:pt>
    <dgm:pt modelId="{D455A2FE-0530-4491-88FD-6A3A01CF9391}" type="pres">
      <dgm:prSet presAssocID="{A9873195-27B2-4912-BFE1-D8E35855200F}" presName="parentLeftMargin" presStyleLbl="node1" presStyleIdx="5" presStyleCnt="10"/>
      <dgm:spPr/>
    </dgm:pt>
    <dgm:pt modelId="{DDE8598C-2C03-4FD1-81AA-6B5DA9247568}" type="pres">
      <dgm:prSet presAssocID="{A9873195-27B2-4912-BFE1-D8E35855200F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09D6C579-F753-4809-AE11-423AA1F5DD19}" type="pres">
      <dgm:prSet presAssocID="{A9873195-27B2-4912-BFE1-D8E35855200F}" presName="negativeSpace" presStyleCnt="0"/>
      <dgm:spPr/>
    </dgm:pt>
    <dgm:pt modelId="{835995A7-4295-4601-B349-5D6F934A70F3}" type="pres">
      <dgm:prSet presAssocID="{A9873195-27B2-4912-BFE1-D8E35855200F}" presName="childText" presStyleLbl="conFgAcc1" presStyleIdx="6" presStyleCnt="10">
        <dgm:presLayoutVars>
          <dgm:bulletEnabled val="1"/>
        </dgm:presLayoutVars>
      </dgm:prSet>
      <dgm:spPr/>
    </dgm:pt>
    <dgm:pt modelId="{CEECF074-001C-48D0-9A4A-5D50ACADFCD3}" type="pres">
      <dgm:prSet presAssocID="{C4E7CF16-8C42-48BC-AA48-AF3E38BF15DC}" presName="spaceBetweenRectangles" presStyleCnt="0"/>
      <dgm:spPr/>
    </dgm:pt>
    <dgm:pt modelId="{08CD9F53-0FAB-4ED1-BBBD-9E49F8BBD962}" type="pres">
      <dgm:prSet presAssocID="{04BFE64B-ECA6-4D39-BFD3-8DDCA21DC8B7}" presName="parentLin" presStyleCnt="0"/>
      <dgm:spPr/>
    </dgm:pt>
    <dgm:pt modelId="{23521A23-82A8-4512-A31C-1BF5292A6A92}" type="pres">
      <dgm:prSet presAssocID="{04BFE64B-ECA6-4D39-BFD3-8DDCA21DC8B7}" presName="parentLeftMargin" presStyleLbl="node1" presStyleIdx="6" presStyleCnt="10"/>
      <dgm:spPr/>
    </dgm:pt>
    <dgm:pt modelId="{43E46673-30ED-4370-B4C5-AE2E4F7E3CAB}" type="pres">
      <dgm:prSet presAssocID="{04BFE64B-ECA6-4D39-BFD3-8DDCA21DC8B7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F69F67E7-ECBB-456E-9E3A-8A8A5C8F06AE}" type="pres">
      <dgm:prSet presAssocID="{04BFE64B-ECA6-4D39-BFD3-8DDCA21DC8B7}" presName="negativeSpace" presStyleCnt="0"/>
      <dgm:spPr/>
    </dgm:pt>
    <dgm:pt modelId="{6314EA67-129A-4660-963C-839891131D24}" type="pres">
      <dgm:prSet presAssocID="{04BFE64B-ECA6-4D39-BFD3-8DDCA21DC8B7}" presName="childText" presStyleLbl="conFgAcc1" presStyleIdx="7" presStyleCnt="10">
        <dgm:presLayoutVars>
          <dgm:bulletEnabled val="1"/>
        </dgm:presLayoutVars>
      </dgm:prSet>
      <dgm:spPr/>
    </dgm:pt>
    <dgm:pt modelId="{22B142FC-180F-4B41-873C-3D7484FB0DD5}" type="pres">
      <dgm:prSet presAssocID="{5E3B8C7F-E406-48B6-B8FD-D745D602CA10}" presName="spaceBetweenRectangles" presStyleCnt="0"/>
      <dgm:spPr/>
    </dgm:pt>
    <dgm:pt modelId="{EF65F277-95EF-4663-BF08-17E2F1EFAFAC}" type="pres">
      <dgm:prSet presAssocID="{C30BDBEB-26F9-4C11-8241-90D378DB849D}" presName="parentLin" presStyleCnt="0"/>
      <dgm:spPr/>
    </dgm:pt>
    <dgm:pt modelId="{015FD924-0D39-4614-A2F7-55D6A9155604}" type="pres">
      <dgm:prSet presAssocID="{C30BDBEB-26F9-4C11-8241-90D378DB849D}" presName="parentLeftMargin" presStyleLbl="node1" presStyleIdx="7" presStyleCnt="10"/>
      <dgm:spPr/>
    </dgm:pt>
    <dgm:pt modelId="{003C0374-CE9B-455C-8D6F-F81472A96F32}" type="pres">
      <dgm:prSet presAssocID="{C30BDBEB-26F9-4C11-8241-90D378DB849D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D9685FE3-DAD2-45B4-A860-E86804490637}" type="pres">
      <dgm:prSet presAssocID="{C30BDBEB-26F9-4C11-8241-90D378DB849D}" presName="negativeSpace" presStyleCnt="0"/>
      <dgm:spPr/>
    </dgm:pt>
    <dgm:pt modelId="{9259762F-032B-4DA8-908A-621665C999B8}" type="pres">
      <dgm:prSet presAssocID="{C30BDBEB-26F9-4C11-8241-90D378DB849D}" presName="childText" presStyleLbl="conFgAcc1" presStyleIdx="8" presStyleCnt="10">
        <dgm:presLayoutVars>
          <dgm:bulletEnabled val="1"/>
        </dgm:presLayoutVars>
      </dgm:prSet>
      <dgm:spPr/>
    </dgm:pt>
    <dgm:pt modelId="{12AA8995-0940-4A2A-BD92-970EC3F06F57}" type="pres">
      <dgm:prSet presAssocID="{603B2BD2-F6A0-4BE8-B3C4-6C41EC6F6751}" presName="spaceBetweenRectangles" presStyleCnt="0"/>
      <dgm:spPr/>
    </dgm:pt>
    <dgm:pt modelId="{67CEBC56-B3AD-4812-B024-8613F564B016}" type="pres">
      <dgm:prSet presAssocID="{A077E26A-CF49-4C58-94A9-B67B501C65BF}" presName="parentLin" presStyleCnt="0"/>
      <dgm:spPr/>
    </dgm:pt>
    <dgm:pt modelId="{2F779901-A6C7-44D9-AD0D-4D2FBC4F62DC}" type="pres">
      <dgm:prSet presAssocID="{A077E26A-CF49-4C58-94A9-B67B501C65BF}" presName="parentLeftMargin" presStyleLbl="node1" presStyleIdx="8" presStyleCnt="10"/>
      <dgm:spPr/>
    </dgm:pt>
    <dgm:pt modelId="{B8B0DF84-B333-40EF-BCFB-CDBE30FA8107}" type="pres">
      <dgm:prSet presAssocID="{A077E26A-CF49-4C58-94A9-B67B501C65BF}" presName="parentText" presStyleLbl="node1" presStyleIdx="9" presStyleCnt="10">
        <dgm:presLayoutVars>
          <dgm:chMax val="0"/>
          <dgm:bulletEnabled val="1"/>
        </dgm:presLayoutVars>
      </dgm:prSet>
      <dgm:spPr/>
    </dgm:pt>
    <dgm:pt modelId="{32CDA825-CC41-4051-87AC-999B50681573}" type="pres">
      <dgm:prSet presAssocID="{A077E26A-CF49-4C58-94A9-B67B501C65BF}" presName="negativeSpace" presStyleCnt="0"/>
      <dgm:spPr/>
    </dgm:pt>
    <dgm:pt modelId="{54EEE7F9-7B2E-4144-992A-016A0E728077}" type="pres">
      <dgm:prSet presAssocID="{A077E26A-CF49-4C58-94A9-B67B501C65BF}" presName="childText" presStyleLbl="conFgAcc1" presStyleIdx="9" presStyleCnt="10">
        <dgm:presLayoutVars>
          <dgm:bulletEnabled val="1"/>
        </dgm:presLayoutVars>
      </dgm:prSet>
      <dgm:spPr/>
    </dgm:pt>
  </dgm:ptLst>
  <dgm:cxnLst>
    <dgm:cxn modelId="{AF8C8200-F444-45B1-AFC0-E471EBEB8FB4}" type="presOf" srcId="{B23AAB03-BD5F-4FC7-B346-6C66959EA325}" destId="{0E413F60-6C3A-4D60-A913-9023F7ED7728}" srcOrd="1" destOrd="0" presId="urn:microsoft.com/office/officeart/2005/8/layout/list1"/>
    <dgm:cxn modelId="{BD9E5505-68E2-42C4-B564-E02572ADC3F9}" srcId="{40FC22E5-6796-4809-B68A-F03FE7041BB8}" destId="{04BFE64B-ECA6-4D39-BFD3-8DDCA21DC8B7}" srcOrd="7" destOrd="0" parTransId="{7A285D4F-35BC-47FD-88B4-F99DF0AD14B4}" sibTransId="{5E3B8C7F-E406-48B6-B8FD-D745D602CA10}"/>
    <dgm:cxn modelId="{70A41306-0A80-4FEB-A5D3-48F067283834}" srcId="{40FC22E5-6796-4809-B68A-F03FE7041BB8}" destId="{A9873195-27B2-4912-BFE1-D8E35855200F}" srcOrd="6" destOrd="0" parTransId="{F3BD45CA-C7A3-4E7C-B37A-0BCEA728121A}" sibTransId="{C4E7CF16-8C42-48BC-AA48-AF3E38BF15DC}"/>
    <dgm:cxn modelId="{09A14615-3D3A-4C47-9D3F-990E0233328D}" type="presOf" srcId="{40FC22E5-6796-4809-B68A-F03FE7041BB8}" destId="{03058130-F676-4081-83E7-0104322E0784}" srcOrd="0" destOrd="0" presId="urn:microsoft.com/office/officeart/2005/8/layout/list1"/>
    <dgm:cxn modelId="{3C3A8A1C-9FC0-43DD-986A-011491538283}" srcId="{40FC22E5-6796-4809-B68A-F03FE7041BB8}" destId="{B23AAB03-BD5F-4FC7-B346-6C66959EA325}" srcOrd="2" destOrd="0" parTransId="{772812ED-7645-4B96-88FE-A9B25C52CD13}" sibTransId="{7F251BD4-F378-40F6-A5C6-3DB01F5C724E}"/>
    <dgm:cxn modelId="{D19DEA22-7848-4655-9E10-2114DC5D7861}" type="presOf" srcId="{A9873195-27B2-4912-BFE1-D8E35855200F}" destId="{D455A2FE-0530-4491-88FD-6A3A01CF9391}" srcOrd="0" destOrd="0" presId="urn:microsoft.com/office/officeart/2005/8/layout/list1"/>
    <dgm:cxn modelId="{A6076327-E7CE-4CBB-950D-EF6F1A8C8233}" type="presOf" srcId="{70F20AAE-2DD8-4D22-95B9-4A64BF2C44BC}" destId="{90103DA4-89B6-4595-BA75-B4CA0C3F246A}" srcOrd="1" destOrd="0" presId="urn:microsoft.com/office/officeart/2005/8/layout/list1"/>
    <dgm:cxn modelId="{88117E29-401F-4A6D-830A-39DEC32C0992}" type="presOf" srcId="{A077E26A-CF49-4C58-94A9-B67B501C65BF}" destId="{2F779901-A6C7-44D9-AD0D-4D2FBC4F62DC}" srcOrd="0" destOrd="0" presId="urn:microsoft.com/office/officeart/2005/8/layout/list1"/>
    <dgm:cxn modelId="{065D0F35-C0B0-45AA-95A9-C3043A5709EF}" type="presOf" srcId="{B14E0C13-57C0-43A2-A37A-468AC5840C8F}" destId="{9841CA8C-86FD-426A-9372-F22019D464A5}" srcOrd="1" destOrd="0" presId="urn:microsoft.com/office/officeart/2005/8/layout/list1"/>
    <dgm:cxn modelId="{EE90B43B-2E2F-4649-9678-8CD5A4E6B432}" type="presOf" srcId="{04BFE64B-ECA6-4D39-BFD3-8DDCA21DC8B7}" destId="{23521A23-82A8-4512-A31C-1BF5292A6A92}" srcOrd="0" destOrd="0" presId="urn:microsoft.com/office/officeart/2005/8/layout/list1"/>
    <dgm:cxn modelId="{D981E860-8157-4043-9320-67013A8CBFFC}" type="presOf" srcId="{E3326F39-8877-45D0-A513-959A94E910B8}" destId="{7AC97032-AF44-4F6F-A91E-BA28432B203B}" srcOrd="0" destOrd="0" presId="urn:microsoft.com/office/officeart/2005/8/layout/list1"/>
    <dgm:cxn modelId="{B1FC2E6A-8A4F-4BCB-871D-4D8392489FDC}" type="presOf" srcId="{8EC03929-9855-4416-9E44-F35FA6CB6D4F}" destId="{9B1D07DB-7CB7-4F52-BF0A-51F584A83F84}" srcOrd="1" destOrd="0" presId="urn:microsoft.com/office/officeart/2005/8/layout/list1"/>
    <dgm:cxn modelId="{1B63E04B-4C2F-4CD9-B989-6B769CC5D212}" type="presOf" srcId="{B14E0C13-57C0-43A2-A37A-468AC5840C8F}" destId="{8595C33A-082D-4768-8455-B122B47833DC}" srcOrd="0" destOrd="0" presId="urn:microsoft.com/office/officeart/2005/8/layout/list1"/>
    <dgm:cxn modelId="{E2C8726E-16E6-43F0-A215-6B7C598D7A62}" srcId="{40FC22E5-6796-4809-B68A-F03FE7041BB8}" destId="{7B62EA33-281B-4F84-9D20-82AC8E9EA4BB}" srcOrd="0" destOrd="0" parTransId="{52386C82-D22D-4AF0-BF8E-9747E5E340EA}" sibTransId="{F0C409AB-A7C6-4606-A5B8-0DD8AE5F69BF}"/>
    <dgm:cxn modelId="{F32C8650-6A91-48BA-ADE7-87DE1A5FE87E}" type="presOf" srcId="{C30BDBEB-26F9-4C11-8241-90D378DB849D}" destId="{003C0374-CE9B-455C-8D6F-F81472A96F32}" srcOrd="1" destOrd="0" presId="urn:microsoft.com/office/officeart/2005/8/layout/list1"/>
    <dgm:cxn modelId="{5C10D650-DB9F-4ECB-9B6C-C45B00F2E220}" type="presOf" srcId="{8EC03929-9855-4416-9E44-F35FA6CB6D4F}" destId="{CA9B7592-CE40-42BB-AED8-B62544E23EFA}" srcOrd="0" destOrd="0" presId="urn:microsoft.com/office/officeart/2005/8/layout/list1"/>
    <dgm:cxn modelId="{FF061252-48C7-4572-B5F8-2905E7B3D6A6}" type="presOf" srcId="{70F20AAE-2DD8-4D22-95B9-4A64BF2C44BC}" destId="{4E544A4F-2A53-4460-9B16-A3BE429ED37F}" srcOrd="0" destOrd="0" presId="urn:microsoft.com/office/officeart/2005/8/layout/list1"/>
    <dgm:cxn modelId="{813DB574-7B7B-4A73-B596-FE89D4FE4A03}" type="presOf" srcId="{7B62EA33-281B-4F84-9D20-82AC8E9EA4BB}" destId="{6BB4282E-7F2C-4DB7-8A65-E33A034E1E72}" srcOrd="1" destOrd="0" presId="urn:microsoft.com/office/officeart/2005/8/layout/list1"/>
    <dgm:cxn modelId="{688E9F78-3D60-4C3C-8286-D5CA5393617A}" type="presOf" srcId="{B23AAB03-BD5F-4FC7-B346-6C66959EA325}" destId="{C5DDCD01-E87F-4D75-90DD-B7FF9ADBDB9C}" srcOrd="0" destOrd="0" presId="urn:microsoft.com/office/officeart/2005/8/layout/list1"/>
    <dgm:cxn modelId="{C50E4385-6A01-42EF-82F0-964299FB63B0}" type="presOf" srcId="{04BFE64B-ECA6-4D39-BFD3-8DDCA21DC8B7}" destId="{43E46673-30ED-4370-B4C5-AE2E4F7E3CAB}" srcOrd="1" destOrd="0" presId="urn:microsoft.com/office/officeart/2005/8/layout/list1"/>
    <dgm:cxn modelId="{D1A0158A-994A-4A20-BBEE-2EF5D2789CC6}" srcId="{40FC22E5-6796-4809-B68A-F03FE7041BB8}" destId="{B14E0C13-57C0-43A2-A37A-468AC5840C8F}" srcOrd="5" destOrd="0" parTransId="{53F0F1E0-67D1-45AD-BE9F-F04E74AF9739}" sibTransId="{6818710C-5101-483D-BEF0-814106A1BF52}"/>
    <dgm:cxn modelId="{6658778A-7EF4-404B-B45C-9A354DC946EB}" srcId="{40FC22E5-6796-4809-B68A-F03FE7041BB8}" destId="{E3326F39-8877-45D0-A513-959A94E910B8}" srcOrd="1" destOrd="0" parTransId="{5CF320CE-BB90-4DED-9DF5-D0AC93CF5445}" sibTransId="{9FF4ED1A-7AF4-4C86-A2BC-ED98DA2E8A47}"/>
    <dgm:cxn modelId="{7F28059B-8E4B-414E-88DA-B55D3BA99658}" type="presOf" srcId="{A9873195-27B2-4912-BFE1-D8E35855200F}" destId="{DDE8598C-2C03-4FD1-81AA-6B5DA9247568}" srcOrd="1" destOrd="0" presId="urn:microsoft.com/office/officeart/2005/8/layout/list1"/>
    <dgm:cxn modelId="{F18CC09E-5EEA-4AA4-9E9D-B33041A436B4}" srcId="{40FC22E5-6796-4809-B68A-F03FE7041BB8}" destId="{8EC03929-9855-4416-9E44-F35FA6CB6D4F}" srcOrd="4" destOrd="0" parTransId="{C939B6F3-1A4F-4487-81B9-5376FEB13F84}" sibTransId="{AAF7A754-64A6-4525-806D-991AE1E77DF6}"/>
    <dgm:cxn modelId="{CAAA62A8-3DDE-434B-820F-8F03E7A59C1C}" type="presOf" srcId="{C30BDBEB-26F9-4C11-8241-90D378DB849D}" destId="{015FD924-0D39-4614-A2F7-55D6A9155604}" srcOrd="0" destOrd="0" presId="urn:microsoft.com/office/officeart/2005/8/layout/list1"/>
    <dgm:cxn modelId="{AA051AAE-A971-4F26-8BA7-C347F6F635DC}" srcId="{40FC22E5-6796-4809-B68A-F03FE7041BB8}" destId="{C30BDBEB-26F9-4C11-8241-90D378DB849D}" srcOrd="8" destOrd="0" parTransId="{A9C44906-6B7D-4614-85A6-8D324A97B000}" sibTransId="{603B2BD2-F6A0-4BE8-B3C4-6C41EC6F6751}"/>
    <dgm:cxn modelId="{5C95F5BC-BD85-4379-B5FE-A26253C1C753}" srcId="{40FC22E5-6796-4809-B68A-F03FE7041BB8}" destId="{A077E26A-CF49-4C58-94A9-B67B501C65BF}" srcOrd="9" destOrd="0" parTransId="{AD8EBD89-4904-451B-B81C-CF122667A383}" sibTransId="{B9C32622-7293-4FD5-A7C1-322457869069}"/>
    <dgm:cxn modelId="{20F73CCB-1520-45E6-BD92-761373635BB9}" type="presOf" srcId="{7B62EA33-281B-4F84-9D20-82AC8E9EA4BB}" destId="{A0F145EF-7CA3-4977-A4EB-74BFB20BBD2E}" srcOrd="0" destOrd="0" presId="urn:microsoft.com/office/officeart/2005/8/layout/list1"/>
    <dgm:cxn modelId="{EA0938D3-BDC9-460D-A01B-35FE2935CD43}" type="presOf" srcId="{E3326F39-8877-45D0-A513-959A94E910B8}" destId="{12ED03AA-3CB3-44CB-8836-DCB94D37C2B7}" srcOrd="1" destOrd="0" presId="urn:microsoft.com/office/officeart/2005/8/layout/list1"/>
    <dgm:cxn modelId="{3A1FD7E9-3CD8-4966-8822-454A0762BBB5}" srcId="{40FC22E5-6796-4809-B68A-F03FE7041BB8}" destId="{70F20AAE-2DD8-4D22-95B9-4A64BF2C44BC}" srcOrd="3" destOrd="0" parTransId="{71648824-DACB-473E-9EF8-1C12853D35C6}" sibTransId="{1E016DAD-51A9-4772-AAC2-FEEDD68AB35B}"/>
    <dgm:cxn modelId="{0CDD27F3-E195-4D76-97C1-96E37A5651CA}" type="presOf" srcId="{A077E26A-CF49-4C58-94A9-B67B501C65BF}" destId="{B8B0DF84-B333-40EF-BCFB-CDBE30FA8107}" srcOrd="1" destOrd="0" presId="urn:microsoft.com/office/officeart/2005/8/layout/list1"/>
    <dgm:cxn modelId="{3277A237-15AA-47A7-9BBA-8E89FFB95385}" type="presParOf" srcId="{03058130-F676-4081-83E7-0104322E0784}" destId="{40934D2F-3C82-4D40-B245-134039E6D4A0}" srcOrd="0" destOrd="0" presId="urn:microsoft.com/office/officeart/2005/8/layout/list1"/>
    <dgm:cxn modelId="{81400A89-F42E-4A85-8BC8-A4CACE91460B}" type="presParOf" srcId="{40934D2F-3C82-4D40-B245-134039E6D4A0}" destId="{A0F145EF-7CA3-4977-A4EB-74BFB20BBD2E}" srcOrd="0" destOrd="0" presId="urn:microsoft.com/office/officeart/2005/8/layout/list1"/>
    <dgm:cxn modelId="{C4A52BE7-6785-47C3-BBD9-B17B9EC3B190}" type="presParOf" srcId="{40934D2F-3C82-4D40-B245-134039E6D4A0}" destId="{6BB4282E-7F2C-4DB7-8A65-E33A034E1E72}" srcOrd="1" destOrd="0" presId="urn:microsoft.com/office/officeart/2005/8/layout/list1"/>
    <dgm:cxn modelId="{529E7642-1B23-493E-B9F2-AA8B68284469}" type="presParOf" srcId="{03058130-F676-4081-83E7-0104322E0784}" destId="{D83E7B22-2BDA-44FD-BF30-50C911A25E81}" srcOrd="1" destOrd="0" presId="urn:microsoft.com/office/officeart/2005/8/layout/list1"/>
    <dgm:cxn modelId="{53905694-91DA-4D70-8BC6-F04578145441}" type="presParOf" srcId="{03058130-F676-4081-83E7-0104322E0784}" destId="{1A86B30A-1CE8-45FE-8416-780A766B7D9C}" srcOrd="2" destOrd="0" presId="urn:microsoft.com/office/officeart/2005/8/layout/list1"/>
    <dgm:cxn modelId="{30B6CE99-8056-4B8A-8BAA-B83060A657A0}" type="presParOf" srcId="{03058130-F676-4081-83E7-0104322E0784}" destId="{4DC8F13E-0CB9-4846-B00D-25D592B07EC1}" srcOrd="3" destOrd="0" presId="urn:microsoft.com/office/officeart/2005/8/layout/list1"/>
    <dgm:cxn modelId="{4530F261-A72D-4CD5-81DE-B926AFD81315}" type="presParOf" srcId="{03058130-F676-4081-83E7-0104322E0784}" destId="{5434603F-DD90-43E2-87C1-CD25396899B8}" srcOrd="4" destOrd="0" presId="urn:microsoft.com/office/officeart/2005/8/layout/list1"/>
    <dgm:cxn modelId="{2897A57F-1DFD-488F-A50B-F4B1EC03B03D}" type="presParOf" srcId="{5434603F-DD90-43E2-87C1-CD25396899B8}" destId="{7AC97032-AF44-4F6F-A91E-BA28432B203B}" srcOrd="0" destOrd="0" presId="urn:microsoft.com/office/officeart/2005/8/layout/list1"/>
    <dgm:cxn modelId="{294061B0-FBA1-4F75-B6A4-3DB701955B75}" type="presParOf" srcId="{5434603F-DD90-43E2-87C1-CD25396899B8}" destId="{12ED03AA-3CB3-44CB-8836-DCB94D37C2B7}" srcOrd="1" destOrd="0" presId="urn:microsoft.com/office/officeart/2005/8/layout/list1"/>
    <dgm:cxn modelId="{2EC893AF-26C0-4ABB-816A-88CF8D980AAA}" type="presParOf" srcId="{03058130-F676-4081-83E7-0104322E0784}" destId="{8574664E-E172-44B4-A3AE-D658655E34FF}" srcOrd="5" destOrd="0" presId="urn:microsoft.com/office/officeart/2005/8/layout/list1"/>
    <dgm:cxn modelId="{16E440F8-B3F0-4416-9C85-F9A9FDCA8AEC}" type="presParOf" srcId="{03058130-F676-4081-83E7-0104322E0784}" destId="{8DC0917E-AF97-4B5C-B3ED-141EC9509F0E}" srcOrd="6" destOrd="0" presId="urn:microsoft.com/office/officeart/2005/8/layout/list1"/>
    <dgm:cxn modelId="{C84E81AF-F5E5-43B8-9D65-83DC00EF806D}" type="presParOf" srcId="{03058130-F676-4081-83E7-0104322E0784}" destId="{1C9A575A-75A2-42FD-BFFA-2F501EC6DD3C}" srcOrd="7" destOrd="0" presId="urn:microsoft.com/office/officeart/2005/8/layout/list1"/>
    <dgm:cxn modelId="{BF1351F9-6D0D-41D8-8851-E9A950A9E8D2}" type="presParOf" srcId="{03058130-F676-4081-83E7-0104322E0784}" destId="{780A1832-9C79-48C0-A3B1-21A9925D5E35}" srcOrd="8" destOrd="0" presId="urn:microsoft.com/office/officeart/2005/8/layout/list1"/>
    <dgm:cxn modelId="{BAF093F0-653D-40BA-A0F3-43F0129CBD00}" type="presParOf" srcId="{780A1832-9C79-48C0-A3B1-21A9925D5E35}" destId="{C5DDCD01-E87F-4D75-90DD-B7FF9ADBDB9C}" srcOrd="0" destOrd="0" presId="urn:microsoft.com/office/officeart/2005/8/layout/list1"/>
    <dgm:cxn modelId="{DBF0204F-2EDA-4745-9801-1AD5824F54DE}" type="presParOf" srcId="{780A1832-9C79-48C0-A3B1-21A9925D5E35}" destId="{0E413F60-6C3A-4D60-A913-9023F7ED7728}" srcOrd="1" destOrd="0" presId="urn:microsoft.com/office/officeart/2005/8/layout/list1"/>
    <dgm:cxn modelId="{327A2122-A836-42FA-B5F0-F3A66C106048}" type="presParOf" srcId="{03058130-F676-4081-83E7-0104322E0784}" destId="{8313A7F2-9741-4367-9ADB-C14F801026E6}" srcOrd="9" destOrd="0" presId="urn:microsoft.com/office/officeart/2005/8/layout/list1"/>
    <dgm:cxn modelId="{23AA5889-F285-4222-A003-CE5852E442FB}" type="presParOf" srcId="{03058130-F676-4081-83E7-0104322E0784}" destId="{0408B8E2-6352-406C-8407-09D68A74FF95}" srcOrd="10" destOrd="0" presId="urn:microsoft.com/office/officeart/2005/8/layout/list1"/>
    <dgm:cxn modelId="{740817AB-522B-4E91-8641-DE1B538FD69C}" type="presParOf" srcId="{03058130-F676-4081-83E7-0104322E0784}" destId="{267A62AF-D67E-4DFC-8790-8A59970A4DFF}" srcOrd="11" destOrd="0" presId="urn:microsoft.com/office/officeart/2005/8/layout/list1"/>
    <dgm:cxn modelId="{E88C9B20-0D65-43E1-9EBC-F084311B0B04}" type="presParOf" srcId="{03058130-F676-4081-83E7-0104322E0784}" destId="{2E4E9E87-A9A7-4B3B-862C-A76A5A9DF659}" srcOrd="12" destOrd="0" presId="urn:microsoft.com/office/officeart/2005/8/layout/list1"/>
    <dgm:cxn modelId="{7B740F79-11E4-42F5-AD73-B11DB2B748BB}" type="presParOf" srcId="{2E4E9E87-A9A7-4B3B-862C-A76A5A9DF659}" destId="{4E544A4F-2A53-4460-9B16-A3BE429ED37F}" srcOrd="0" destOrd="0" presId="urn:microsoft.com/office/officeart/2005/8/layout/list1"/>
    <dgm:cxn modelId="{C9FE2427-5C54-427B-9A57-293B48A43B3F}" type="presParOf" srcId="{2E4E9E87-A9A7-4B3B-862C-A76A5A9DF659}" destId="{90103DA4-89B6-4595-BA75-B4CA0C3F246A}" srcOrd="1" destOrd="0" presId="urn:microsoft.com/office/officeart/2005/8/layout/list1"/>
    <dgm:cxn modelId="{B6A6ABCD-A5D1-4295-B2C2-6C6F845DD249}" type="presParOf" srcId="{03058130-F676-4081-83E7-0104322E0784}" destId="{6A9601D1-6CBD-4EAB-9206-897571A3E719}" srcOrd="13" destOrd="0" presId="urn:microsoft.com/office/officeart/2005/8/layout/list1"/>
    <dgm:cxn modelId="{E02F9596-616C-4EE8-8713-24238D15CCCD}" type="presParOf" srcId="{03058130-F676-4081-83E7-0104322E0784}" destId="{AFDA2585-9CA8-4A89-8552-DE85C0226BB3}" srcOrd="14" destOrd="0" presId="urn:microsoft.com/office/officeart/2005/8/layout/list1"/>
    <dgm:cxn modelId="{C74E38FE-B976-4738-905F-CFF0ECC3622A}" type="presParOf" srcId="{03058130-F676-4081-83E7-0104322E0784}" destId="{BA9E52D1-A5A8-470E-AB45-0CD368AFF5CA}" srcOrd="15" destOrd="0" presId="urn:microsoft.com/office/officeart/2005/8/layout/list1"/>
    <dgm:cxn modelId="{B76C9CFA-2CB4-4DEE-AA50-E9294A7044C2}" type="presParOf" srcId="{03058130-F676-4081-83E7-0104322E0784}" destId="{4B73B6AB-EEFA-4565-AB02-B115484AA1B7}" srcOrd="16" destOrd="0" presId="urn:microsoft.com/office/officeart/2005/8/layout/list1"/>
    <dgm:cxn modelId="{99B34425-70EC-40D8-9944-CF835251D9CD}" type="presParOf" srcId="{4B73B6AB-EEFA-4565-AB02-B115484AA1B7}" destId="{CA9B7592-CE40-42BB-AED8-B62544E23EFA}" srcOrd="0" destOrd="0" presId="urn:microsoft.com/office/officeart/2005/8/layout/list1"/>
    <dgm:cxn modelId="{C125D0F3-1772-4E6D-ACC9-4D05E89F379C}" type="presParOf" srcId="{4B73B6AB-EEFA-4565-AB02-B115484AA1B7}" destId="{9B1D07DB-7CB7-4F52-BF0A-51F584A83F84}" srcOrd="1" destOrd="0" presId="urn:microsoft.com/office/officeart/2005/8/layout/list1"/>
    <dgm:cxn modelId="{2E2FE1CF-609C-4E1E-8783-9563B422C0AA}" type="presParOf" srcId="{03058130-F676-4081-83E7-0104322E0784}" destId="{247B7225-7837-4FAC-90BB-1342E5838F78}" srcOrd="17" destOrd="0" presId="urn:microsoft.com/office/officeart/2005/8/layout/list1"/>
    <dgm:cxn modelId="{6093FF52-5553-459F-B325-1505A40CE05C}" type="presParOf" srcId="{03058130-F676-4081-83E7-0104322E0784}" destId="{5C61320D-3E8F-4721-8002-0B1DA4119B74}" srcOrd="18" destOrd="0" presId="urn:microsoft.com/office/officeart/2005/8/layout/list1"/>
    <dgm:cxn modelId="{496427E1-04A0-45A3-8CA0-6A425D461E55}" type="presParOf" srcId="{03058130-F676-4081-83E7-0104322E0784}" destId="{947889A1-0344-4D1D-B762-0C2BE7B8EB4E}" srcOrd="19" destOrd="0" presId="urn:microsoft.com/office/officeart/2005/8/layout/list1"/>
    <dgm:cxn modelId="{46FD5490-2ABF-4DBB-ADEC-D53CA0ACA4B4}" type="presParOf" srcId="{03058130-F676-4081-83E7-0104322E0784}" destId="{BA8A443E-B8BA-412D-A7CF-C3D9529E9768}" srcOrd="20" destOrd="0" presId="urn:microsoft.com/office/officeart/2005/8/layout/list1"/>
    <dgm:cxn modelId="{AB22B479-561A-4022-8932-A2D6B468256E}" type="presParOf" srcId="{BA8A443E-B8BA-412D-A7CF-C3D9529E9768}" destId="{8595C33A-082D-4768-8455-B122B47833DC}" srcOrd="0" destOrd="0" presId="urn:microsoft.com/office/officeart/2005/8/layout/list1"/>
    <dgm:cxn modelId="{8522603F-1823-4166-95ED-02FCB3F1CD20}" type="presParOf" srcId="{BA8A443E-B8BA-412D-A7CF-C3D9529E9768}" destId="{9841CA8C-86FD-426A-9372-F22019D464A5}" srcOrd="1" destOrd="0" presId="urn:microsoft.com/office/officeart/2005/8/layout/list1"/>
    <dgm:cxn modelId="{CEA38953-2025-499E-8920-F05F40934B79}" type="presParOf" srcId="{03058130-F676-4081-83E7-0104322E0784}" destId="{B4B581EE-1CDB-4427-A29E-82ADB384960F}" srcOrd="21" destOrd="0" presId="urn:microsoft.com/office/officeart/2005/8/layout/list1"/>
    <dgm:cxn modelId="{ED228E8A-43F7-4BEC-81EA-F438E85B24E4}" type="presParOf" srcId="{03058130-F676-4081-83E7-0104322E0784}" destId="{EFE94B72-0ADC-4F6E-9EE2-523034B51335}" srcOrd="22" destOrd="0" presId="urn:microsoft.com/office/officeart/2005/8/layout/list1"/>
    <dgm:cxn modelId="{8BE90625-E315-44EC-ABAB-89A9A90EFC43}" type="presParOf" srcId="{03058130-F676-4081-83E7-0104322E0784}" destId="{E2AAA71E-3AD2-4BA8-8407-B5CA074BA68C}" srcOrd="23" destOrd="0" presId="urn:microsoft.com/office/officeart/2005/8/layout/list1"/>
    <dgm:cxn modelId="{0808A732-73AD-4417-B27A-01DF3E65C193}" type="presParOf" srcId="{03058130-F676-4081-83E7-0104322E0784}" destId="{751C89CB-759E-4360-BE16-ADC870116D11}" srcOrd="24" destOrd="0" presId="urn:microsoft.com/office/officeart/2005/8/layout/list1"/>
    <dgm:cxn modelId="{6175C77D-A87D-4F44-90BB-7CFB6DA27049}" type="presParOf" srcId="{751C89CB-759E-4360-BE16-ADC870116D11}" destId="{D455A2FE-0530-4491-88FD-6A3A01CF9391}" srcOrd="0" destOrd="0" presId="urn:microsoft.com/office/officeart/2005/8/layout/list1"/>
    <dgm:cxn modelId="{D039A1EB-E450-4DE5-ADCE-50154426AEF5}" type="presParOf" srcId="{751C89CB-759E-4360-BE16-ADC870116D11}" destId="{DDE8598C-2C03-4FD1-81AA-6B5DA9247568}" srcOrd="1" destOrd="0" presId="urn:microsoft.com/office/officeart/2005/8/layout/list1"/>
    <dgm:cxn modelId="{4E38C443-1DD6-4CA2-BC36-23052CAF2FA1}" type="presParOf" srcId="{03058130-F676-4081-83E7-0104322E0784}" destId="{09D6C579-F753-4809-AE11-423AA1F5DD19}" srcOrd="25" destOrd="0" presId="urn:microsoft.com/office/officeart/2005/8/layout/list1"/>
    <dgm:cxn modelId="{A9811F0B-9210-42C0-8250-E173ABF19248}" type="presParOf" srcId="{03058130-F676-4081-83E7-0104322E0784}" destId="{835995A7-4295-4601-B349-5D6F934A70F3}" srcOrd="26" destOrd="0" presId="urn:microsoft.com/office/officeart/2005/8/layout/list1"/>
    <dgm:cxn modelId="{E2280445-39ED-4B99-9B3B-E48DC67C9A09}" type="presParOf" srcId="{03058130-F676-4081-83E7-0104322E0784}" destId="{CEECF074-001C-48D0-9A4A-5D50ACADFCD3}" srcOrd="27" destOrd="0" presId="urn:microsoft.com/office/officeart/2005/8/layout/list1"/>
    <dgm:cxn modelId="{7829612F-3344-4405-8151-BD46258D4130}" type="presParOf" srcId="{03058130-F676-4081-83E7-0104322E0784}" destId="{08CD9F53-0FAB-4ED1-BBBD-9E49F8BBD962}" srcOrd="28" destOrd="0" presId="urn:microsoft.com/office/officeart/2005/8/layout/list1"/>
    <dgm:cxn modelId="{33CBC01A-3262-4FD9-BF38-F3B211645A58}" type="presParOf" srcId="{08CD9F53-0FAB-4ED1-BBBD-9E49F8BBD962}" destId="{23521A23-82A8-4512-A31C-1BF5292A6A92}" srcOrd="0" destOrd="0" presId="urn:microsoft.com/office/officeart/2005/8/layout/list1"/>
    <dgm:cxn modelId="{C7961DCF-2146-45BC-AEE1-03FA66277E68}" type="presParOf" srcId="{08CD9F53-0FAB-4ED1-BBBD-9E49F8BBD962}" destId="{43E46673-30ED-4370-B4C5-AE2E4F7E3CAB}" srcOrd="1" destOrd="0" presId="urn:microsoft.com/office/officeart/2005/8/layout/list1"/>
    <dgm:cxn modelId="{EC9AB6B4-E945-4FEA-B9A8-6628BB394FFC}" type="presParOf" srcId="{03058130-F676-4081-83E7-0104322E0784}" destId="{F69F67E7-ECBB-456E-9E3A-8A8A5C8F06AE}" srcOrd="29" destOrd="0" presId="urn:microsoft.com/office/officeart/2005/8/layout/list1"/>
    <dgm:cxn modelId="{F9679BC3-E979-4E01-9B63-2EFD8DB5B6D3}" type="presParOf" srcId="{03058130-F676-4081-83E7-0104322E0784}" destId="{6314EA67-129A-4660-963C-839891131D24}" srcOrd="30" destOrd="0" presId="urn:microsoft.com/office/officeart/2005/8/layout/list1"/>
    <dgm:cxn modelId="{4D08B8FC-C669-4F47-A94E-26091F4F769C}" type="presParOf" srcId="{03058130-F676-4081-83E7-0104322E0784}" destId="{22B142FC-180F-4B41-873C-3D7484FB0DD5}" srcOrd="31" destOrd="0" presId="urn:microsoft.com/office/officeart/2005/8/layout/list1"/>
    <dgm:cxn modelId="{9CA096A9-0980-4794-9916-39860D8A21D1}" type="presParOf" srcId="{03058130-F676-4081-83E7-0104322E0784}" destId="{EF65F277-95EF-4663-BF08-17E2F1EFAFAC}" srcOrd="32" destOrd="0" presId="urn:microsoft.com/office/officeart/2005/8/layout/list1"/>
    <dgm:cxn modelId="{21E8EF24-BFB5-4E4A-ADC6-9E37571AFACF}" type="presParOf" srcId="{EF65F277-95EF-4663-BF08-17E2F1EFAFAC}" destId="{015FD924-0D39-4614-A2F7-55D6A9155604}" srcOrd="0" destOrd="0" presId="urn:microsoft.com/office/officeart/2005/8/layout/list1"/>
    <dgm:cxn modelId="{63AC94E1-676C-462D-B7EE-6E8F6C8B43D6}" type="presParOf" srcId="{EF65F277-95EF-4663-BF08-17E2F1EFAFAC}" destId="{003C0374-CE9B-455C-8D6F-F81472A96F32}" srcOrd="1" destOrd="0" presId="urn:microsoft.com/office/officeart/2005/8/layout/list1"/>
    <dgm:cxn modelId="{49E5EC51-C1E5-44AC-A017-1789ED7ECF40}" type="presParOf" srcId="{03058130-F676-4081-83E7-0104322E0784}" destId="{D9685FE3-DAD2-45B4-A860-E86804490637}" srcOrd="33" destOrd="0" presId="urn:microsoft.com/office/officeart/2005/8/layout/list1"/>
    <dgm:cxn modelId="{45E365DD-1945-443E-A3FD-76F805123E98}" type="presParOf" srcId="{03058130-F676-4081-83E7-0104322E0784}" destId="{9259762F-032B-4DA8-908A-621665C999B8}" srcOrd="34" destOrd="0" presId="urn:microsoft.com/office/officeart/2005/8/layout/list1"/>
    <dgm:cxn modelId="{1E98412C-32D0-4093-A1F7-782BA997292C}" type="presParOf" srcId="{03058130-F676-4081-83E7-0104322E0784}" destId="{12AA8995-0940-4A2A-BD92-970EC3F06F57}" srcOrd="35" destOrd="0" presId="urn:microsoft.com/office/officeart/2005/8/layout/list1"/>
    <dgm:cxn modelId="{FE9163F0-64F1-4D9E-A066-4A4DFD438AED}" type="presParOf" srcId="{03058130-F676-4081-83E7-0104322E0784}" destId="{67CEBC56-B3AD-4812-B024-8613F564B016}" srcOrd="36" destOrd="0" presId="urn:microsoft.com/office/officeart/2005/8/layout/list1"/>
    <dgm:cxn modelId="{12C3D2F9-506C-4493-AC56-054F169BA7E0}" type="presParOf" srcId="{67CEBC56-B3AD-4812-B024-8613F564B016}" destId="{2F779901-A6C7-44D9-AD0D-4D2FBC4F62DC}" srcOrd="0" destOrd="0" presId="urn:microsoft.com/office/officeart/2005/8/layout/list1"/>
    <dgm:cxn modelId="{6609CDD0-E94E-450C-89B8-8BCC8B161D89}" type="presParOf" srcId="{67CEBC56-B3AD-4812-B024-8613F564B016}" destId="{B8B0DF84-B333-40EF-BCFB-CDBE30FA8107}" srcOrd="1" destOrd="0" presId="urn:microsoft.com/office/officeart/2005/8/layout/list1"/>
    <dgm:cxn modelId="{9114977B-CFEB-4B5E-AD41-BB671D82034F}" type="presParOf" srcId="{03058130-F676-4081-83E7-0104322E0784}" destId="{32CDA825-CC41-4051-87AC-999B50681573}" srcOrd="37" destOrd="0" presId="urn:microsoft.com/office/officeart/2005/8/layout/list1"/>
    <dgm:cxn modelId="{6DB5B450-C315-4841-9F99-FA25CB3DE43A}" type="presParOf" srcId="{03058130-F676-4081-83E7-0104322E0784}" destId="{54EEE7F9-7B2E-4144-992A-016A0E728077}" srcOrd="3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graphics/data2.xml><?xml version="1.0" encoding="utf-8"?>
<dgm:dataModel xmlns:dgm="http://schemas.openxmlformats.org/drawingml/2006/diagram" xmlns:a="http://schemas.openxmlformats.org/drawingml/2006/main">
  <dgm:ptLst>
    <dgm:pt modelId="{40FC22E5-6796-4809-B68A-F03FE7041BB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B62EA33-281B-4F84-9D20-82AC8E9EA4BB}">
      <dgm:prSet phldrT="[Text]"/>
      <dgm:spPr/>
      <dgm:t>
        <a:bodyPr/>
        <a:lstStyle/>
        <a:p>
          <a:pPr>
            <a:buNone/>
          </a:pPr>
          <a:r>
            <a:rPr lang="en-IN"/>
            <a:t>Project Requirement</a:t>
          </a:r>
          <a:endParaRPr lang="en-IN" dirty="0"/>
        </a:p>
      </dgm:t>
    </dgm:pt>
    <dgm:pt modelId="{52386C82-D22D-4AF0-BF8E-9747E5E340EA}" type="parTrans" cxnId="{E2C8726E-16E6-43F0-A215-6B7C598D7A62}">
      <dgm:prSet/>
      <dgm:spPr/>
      <dgm:t>
        <a:bodyPr/>
        <a:lstStyle/>
        <a:p>
          <a:endParaRPr lang="en-IN"/>
        </a:p>
      </dgm:t>
    </dgm:pt>
    <dgm:pt modelId="{F0C409AB-A7C6-4606-A5B8-0DD8AE5F69BF}" type="sibTrans" cxnId="{E2C8726E-16E6-43F0-A215-6B7C598D7A62}">
      <dgm:prSet/>
      <dgm:spPr/>
      <dgm:t>
        <a:bodyPr/>
        <a:lstStyle/>
        <a:p>
          <a:endParaRPr lang="en-IN"/>
        </a:p>
      </dgm:t>
    </dgm:pt>
    <dgm:pt modelId="{E3326F39-8877-45D0-A513-959A94E910B8}">
      <dgm:prSet/>
      <dgm:spPr/>
      <dgm:t>
        <a:bodyPr/>
        <a:lstStyle/>
        <a:p>
          <a:pPr>
            <a:buNone/>
          </a:pPr>
          <a:r>
            <a:rPr lang="en-IN"/>
            <a:t>Agentic AI Controller</a:t>
          </a:r>
        </a:p>
      </dgm:t>
    </dgm:pt>
    <dgm:pt modelId="{5CF320CE-BB90-4DED-9DF5-D0AC93CF5445}" type="parTrans" cxnId="{6658778A-7EF4-404B-B45C-9A354DC946EB}">
      <dgm:prSet/>
      <dgm:spPr/>
      <dgm:t>
        <a:bodyPr/>
        <a:lstStyle/>
        <a:p>
          <a:endParaRPr lang="en-IN"/>
        </a:p>
      </dgm:t>
    </dgm:pt>
    <dgm:pt modelId="{9FF4ED1A-7AF4-4C86-A2BC-ED98DA2E8A47}" type="sibTrans" cxnId="{6658778A-7EF4-404B-B45C-9A354DC946EB}">
      <dgm:prSet/>
      <dgm:spPr/>
      <dgm:t>
        <a:bodyPr/>
        <a:lstStyle/>
        <a:p>
          <a:endParaRPr lang="en-IN"/>
        </a:p>
      </dgm:t>
    </dgm:pt>
    <dgm:pt modelId="{B23AAB03-BD5F-4FC7-B346-6C66959EA325}">
      <dgm:prSet/>
      <dgm:spPr/>
      <dgm:t>
        <a:bodyPr/>
        <a:lstStyle/>
        <a:p>
          <a:pPr>
            <a:buNone/>
          </a:pPr>
          <a:r>
            <a:rPr lang="en-IN"/>
            <a:t>Task &amp; Context Analysis</a:t>
          </a:r>
        </a:p>
      </dgm:t>
    </dgm:pt>
    <dgm:pt modelId="{772812ED-7645-4B96-88FE-A9B25C52CD13}" type="parTrans" cxnId="{3C3A8A1C-9FC0-43DD-986A-011491538283}">
      <dgm:prSet/>
      <dgm:spPr/>
      <dgm:t>
        <a:bodyPr/>
        <a:lstStyle/>
        <a:p>
          <a:endParaRPr lang="en-IN"/>
        </a:p>
      </dgm:t>
    </dgm:pt>
    <dgm:pt modelId="{7F251BD4-F378-40F6-A5C6-3DB01F5C724E}" type="sibTrans" cxnId="{3C3A8A1C-9FC0-43DD-986A-011491538283}">
      <dgm:prSet/>
      <dgm:spPr/>
      <dgm:t>
        <a:bodyPr/>
        <a:lstStyle/>
        <a:p>
          <a:endParaRPr lang="en-IN"/>
        </a:p>
      </dgm:t>
    </dgm:pt>
    <dgm:pt modelId="{70F20AAE-2DD8-4D22-95B9-4A64BF2C44BC}">
      <dgm:prSet/>
      <dgm:spPr/>
      <dgm:t>
        <a:bodyPr/>
        <a:lstStyle/>
        <a:p>
          <a:pPr>
            <a:buNone/>
          </a:pPr>
          <a:r>
            <a:rPr lang="en-IN"/>
            <a:t>Schedule Planning</a:t>
          </a:r>
        </a:p>
      </dgm:t>
    </dgm:pt>
    <dgm:pt modelId="{71648824-DACB-473E-9EF8-1C12853D35C6}" type="parTrans" cxnId="{3A1FD7E9-3CD8-4966-8822-454A0762BBB5}">
      <dgm:prSet/>
      <dgm:spPr/>
      <dgm:t>
        <a:bodyPr/>
        <a:lstStyle/>
        <a:p>
          <a:endParaRPr lang="en-IN"/>
        </a:p>
      </dgm:t>
    </dgm:pt>
    <dgm:pt modelId="{1E016DAD-51A9-4772-AAC2-FEEDD68AB35B}" type="sibTrans" cxnId="{3A1FD7E9-3CD8-4966-8822-454A0762BBB5}">
      <dgm:prSet/>
      <dgm:spPr/>
      <dgm:t>
        <a:bodyPr/>
        <a:lstStyle/>
        <a:p>
          <a:endParaRPr lang="en-IN"/>
        </a:p>
      </dgm:t>
    </dgm:pt>
    <dgm:pt modelId="{8EC03929-9855-4416-9E44-F35FA6CB6D4F}">
      <dgm:prSet/>
      <dgm:spPr/>
      <dgm:t>
        <a:bodyPr/>
        <a:lstStyle/>
        <a:p>
          <a:pPr>
            <a:buNone/>
          </a:pPr>
          <a:r>
            <a:rPr lang="en-IN"/>
            <a:t>Resource Database</a:t>
          </a:r>
        </a:p>
      </dgm:t>
    </dgm:pt>
    <dgm:pt modelId="{C939B6F3-1A4F-4487-81B9-5376FEB13F84}" type="parTrans" cxnId="{F18CC09E-5EEA-4AA4-9E9D-B33041A436B4}">
      <dgm:prSet/>
      <dgm:spPr/>
      <dgm:t>
        <a:bodyPr/>
        <a:lstStyle/>
        <a:p>
          <a:endParaRPr lang="en-IN"/>
        </a:p>
      </dgm:t>
    </dgm:pt>
    <dgm:pt modelId="{AAF7A754-64A6-4525-806D-991AE1E77DF6}" type="sibTrans" cxnId="{F18CC09E-5EEA-4AA4-9E9D-B33041A436B4}">
      <dgm:prSet/>
      <dgm:spPr/>
      <dgm:t>
        <a:bodyPr/>
        <a:lstStyle/>
        <a:p>
          <a:endParaRPr lang="en-IN"/>
        </a:p>
      </dgm:t>
    </dgm:pt>
    <dgm:pt modelId="{B14E0C13-57C0-43A2-A37A-468AC5840C8F}">
      <dgm:prSet/>
      <dgm:spPr/>
      <dgm:t>
        <a:bodyPr/>
        <a:lstStyle/>
        <a:p>
          <a:pPr>
            <a:buNone/>
          </a:pPr>
          <a:r>
            <a:rPr lang="en-IN"/>
            <a:t>Resource Conflict Check</a:t>
          </a:r>
        </a:p>
      </dgm:t>
    </dgm:pt>
    <dgm:pt modelId="{53F0F1E0-67D1-45AD-BE9F-F04E74AF9739}" type="parTrans" cxnId="{D1A0158A-994A-4A20-BBEE-2EF5D2789CC6}">
      <dgm:prSet/>
      <dgm:spPr/>
      <dgm:t>
        <a:bodyPr/>
        <a:lstStyle/>
        <a:p>
          <a:endParaRPr lang="en-IN"/>
        </a:p>
      </dgm:t>
    </dgm:pt>
    <dgm:pt modelId="{6818710C-5101-483D-BEF0-814106A1BF52}" type="sibTrans" cxnId="{D1A0158A-994A-4A20-BBEE-2EF5D2789CC6}">
      <dgm:prSet/>
      <dgm:spPr/>
      <dgm:t>
        <a:bodyPr/>
        <a:lstStyle/>
        <a:p>
          <a:endParaRPr lang="en-IN"/>
        </a:p>
      </dgm:t>
    </dgm:pt>
    <dgm:pt modelId="{A9873195-27B2-4912-BFE1-D8E35855200F}">
      <dgm:prSet/>
      <dgm:spPr/>
      <dgm:t>
        <a:bodyPr/>
        <a:lstStyle/>
        <a:p>
          <a:pPr>
            <a:buNone/>
          </a:pPr>
          <a:r>
            <a:rPr lang="en-IN"/>
            <a:t>Allocation Recommendation</a:t>
          </a:r>
        </a:p>
      </dgm:t>
    </dgm:pt>
    <dgm:pt modelId="{F3BD45CA-C7A3-4E7C-B37A-0BCEA728121A}" type="parTrans" cxnId="{70A41306-0A80-4FEB-A5D3-48F067283834}">
      <dgm:prSet/>
      <dgm:spPr/>
      <dgm:t>
        <a:bodyPr/>
        <a:lstStyle/>
        <a:p>
          <a:endParaRPr lang="en-IN"/>
        </a:p>
      </dgm:t>
    </dgm:pt>
    <dgm:pt modelId="{C4E7CF16-8C42-48BC-AA48-AF3E38BF15DC}" type="sibTrans" cxnId="{70A41306-0A80-4FEB-A5D3-48F067283834}">
      <dgm:prSet/>
      <dgm:spPr/>
      <dgm:t>
        <a:bodyPr/>
        <a:lstStyle/>
        <a:p>
          <a:endParaRPr lang="en-IN"/>
        </a:p>
      </dgm:t>
    </dgm:pt>
    <dgm:pt modelId="{04BFE64B-ECA6-4D39-BFD3-8DDCA21DC8B7}">
      <dgm:prSet/>
      <dgm:spPr/>
      <dgm:t>
        <a:bodyPr/>
        <a:lstStyle/>
        <a:p>
          <a:pPr>
            <a:buNone/>
          </a:pPr>
          <a:r>
            <a:rPr lang="en-IN"/>
            <a:t>Risk / Delay Review</a:t>
          </a:r>
        </a:p>
      </dgm:t>
    </dgm:pt>
    <dgm:pt modelId="{7A285D4F-35BC-47FD-88B4-F99DF0AD14B4}" type="parTrans" cxnId="{BD9E5505-68E2-42C4-B564-E02572ADC3F9}">
      <dgm:prSet/>
      <dgm:spPr/>
      <dgm:t>
        <a:bodyPr/>
        <a:lstStyle/>
        <a:p>
          <a:endParaRPr lang="en-IN"/>
        </a:p>
      </dgm:t>
    </dgm:pt>
    <dgm:pt modelId="{5E3B8C7F-E406-48B6-B8FD-D745D602CA10}" type="sibTrans" cxnId="{BD9E5505-68E2-42C4-B564-E02572ADC3F9}">
      <dgm:prSet/>
      <dgm:spPr/>
      <dgm:t>
        <a:bodyPr/>
        <a:lstStyle/>
        <a:p>
          <a:endParaRPr lang="en-IN"/>
        </a:p>
      </dgm:t>
    </dgm:pt>
    <dgm:pt modelId="{C30BDBEB-26F9-4C11-8241-90D378DB849D}">
      <dgm:prSet/>
      <dgm:spPr/>
      <dgm:t>
        <a:bodyPr/>
        <a:lstStyle/>
        <a:p>
          <a:pPr>
            <a:buNone/>
          </a:pPr>
          <a:r>
            <a:rPr lang="en-IN"/>
            <a:t>Manager Review</a:t>
          </a:r>
        </a:p>
      </dgm:t>
    </dgm:pt>
    <dgm:pt modelId="{A9C44906-6B7D-4614-85A6-8D324A97B000}" type="parTrans" cxnId="{AA051AAE-A971-4F26-8BA7-C347F6F635DC}">
      <dgm:prSet/>
      <dgm:spPr/>
      <dgm:t>
        <a:bodyPr/>
        <a:lstStyle/>
        <a:p>
          <a:endParaRPr lang="en-IN"/>
        </a:p>
      </dgm:t>
    </dgm:pt>
    <dgm:pt modelId="{603B2BD2-F6A0-4BE8-B3C4-6C41EC6F6751}" type="sibTrans" cxnId="{AA051AAE-A971-4F26-8BA7-C347F6F635DC}">
      <dgm:prSet/>
      <dgm:spPr/>
      <dgm:t>
        <a:bodyPr/>
        <a:lstStyle/>
        <a:p>
          <a:endParaRPr lang="en-IN"/>
        </a:p>
      </dgm:t>
    </dgm:pt>
    <dgm:pt modelId="{A077E26A-CF49-4C58-94A9-B67B501C65BF}">
      <dgm:prSet/>
      <dgm:spPr/>
      <dgm:t>
        <a:bodyPr/>
        <a:lstStyle/>
        <a:p>
          <a:pPr>
            <a:buNone/>
          </a:pPr>
          <a:r>
            <a:rPr lang="en-IN"/>
            <a:t>Approved Work Plan</a:t>
          </a:r>
        </a:p>
      </dgm:t>
    </dgm:pt>
    <dgm:pt modelId="{AD8EBD89-4904-451B-B81C-CF122667A383}" type="parTrans" cxnId="{5C95F5BC-BD85-4379-B5FE-A26253C1C753}">
      <dgm:prSet/>
      <dgm:spPr/>
      <dgm:t>
        <a:bodyPr/>
        <a:lstStyle/>
        <a:p>
          <a:endParaRPr lang="en-IN"/>
        </a:p>
      </dgm:t>
    </dgm:pt>
    <dgm:pt modelId="{B9C32622-7293-4FD5-A7C1-322457869069}" type="sibTrans" cxnId="{5C95F5BC-BD85-4379-B5FE-A26253C1C753}">
      <dgm:prSet/>
      <dgm:spPr/>
      <dgm:t>
        <a:bodyPr/>
        <a:lstStyle/>
        <a:p>
          <a:endParaRPr lang="en-IN"/>
        </a:p>
      </dgm:t>
    </dgm:pt>
    <dgm:pt modelId="{03058130-F676-4081-83E7-0104322E0784}" type="pres">
      <dgm:prSet presAssocID="{40FC22E5-6796-4809-B68A-F03FE7041BB8}" presName="linear" presStyleCnt="0">
        <dgm:presLayoutVars>
          <dgm:dir/>
          <dgm:animLvl val="lvl"/>
          <dgm:resizeHandles val="exact"/>
        </dgm:presLayoutVars>
      </dgm:prSet>
      <dgm:spPr/>
    </dgm:pt>
    <dgm:pt modelId="{40934D2F-3C82-4D40-B245-134039E6D4A0}" type="pres">
      <dgm:prSet presAssocID="{7B62EA33-281B-4F84-9D20-82AC8E9EA4BB}" presName="parentLin" presStyleCnt="0"/>
      <dgm:spPr/>
    </dgm:pt>
    <dgm:pt modelId="{A0F145EF-7CA3-4977-A4EB-74BFB20BBD2E}" type="pres">
      <dgm:prSet presAssocID="{7B62EA33-281B-4F84-9D20-82AC8E9EA4BB}" presName="parentLeftMargin" presStyleLbl="node1" presStyleIdx="0" presStyleCnt="10"/>
      <dgm:spPr/>
    </dgm:pt>
    <dgm:pt modelId="{6BB4282E-7F2C-4DB7-8A65-E33A034E1E72}" type="pres">
      <dgm:prSet presAssocID="{7B62EA33-281B-4F84-9D20-82AC8E9EA4BB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D83E7B22-2BDA-44FD-BF30-50C911A25E81}" type="pres">
      <dgm:prSet presAssocID="{7B62EA33-281B-4F84-9D20-82AC8E9EA4BB}" presName="negativeSpace" presStyleCnt="0"/>
      <dgm:spPr/>
    </dgm:pt>
    <dgm:pt modelId="{1A86B30A-1CE8-45FE-8416-780A766B7D9C}" type="pres">
      <dgm:prSet presAssocID="{7B62EA33-281B-4F84-9D20-82AC8E9EA4BB}" presName="childText" presStyleLbl="conFgAcc1" presStyleIdx="0" presStyleCnt="10">
        <dgm:presLayoutVars>
          <dgm:bulletEnabled val="1"/>
        </dgm:presLayoutVars>
      </dgm:prSet>
      <dgm:spPr/>
    </dgm:pt>
    <dgm:pt modelId="{4DC8F13E-0CB9-4846-B00D-25D592B07EC1}" type="pres">
      <dgm:prSet presAssocID="{F0C409AB-A7C6-4606-A5B8-0DD8AE5F69BF}" presName="spaceBetweenRectangles" presStyleCnt="0"/>
      <dgm:spPr/>
    </dgm:pt>
    <dgm:pt modelId="{5434603F-DD90-43E2-87C1-CD25396899B8}" type="pres">
      <dgm:prSet presAssocID="{E3326F39-8877-45D0-A513-959A94E910B8}" presName="parentLin" presStyleCnt="0"/>
      <dgm:spPr/>
    </dgm:pt>
    <dgm:pt modelId="{7AC97032-AF44-4F6F-A91E-BA28432B203B}" type="pres">
      <dgm:prSet presAssocID="{E3326F39-8877-45D0-A513-959A94E910B8}" presName="parentLeftMargin" presStyleLbl="node1" presStyleIdx="0" presStyleCnt="10"/>
      <dgm:spPr/>
    </dgm:pt>
    <dgm:pt modelId="{12ED03AA-3CB3-44CB-8836-DCB94D37C2B7}" type="pres">
      <dgm:prSet presAssocID="{E3326F39-8877-45D0-A513-959A94E910B8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8574664E-E172-44B4-A3AE-D658655E34FF}" type="pres">
      <dgm:prSet presAssocID="{E3326F39-8877-45D0-A513-959A94E910B8}" presName="negativeSpace" presStyleCnt="0"/>
      <dgm:spPr/>
    </dgm:pt>
    <dgm:pt modelId="{8DC0917E-AF97-4B5C-B3ED-141EC9509F0E}" type="pres">
      <dgm:prSet presAssocID="{E3326F39-8877-45D0-A513-959A94E910B8}" presName="childText" presStyleLbl="conFgAcc1" presStyleIdx="1" presStyleCnt="10">
        <dgm:presLayoutVars>
          <dgm:bulletEnabled val="1"/>
        </dgm:presLayoutVars>
      </dgm:prSet>
      <dgm:spPr/>
    </dgm:pt>
    <dgm:pt modelId="{1C9A575A-75A2-42FD-BFFA-2F501EC6DD3C}" type="pres">
      <dgm:prSet presAssocID="{9FF4ED1A-7AF4-4C86-A2BC-ED98DA2E8A47}" presName="spaceBetweenRectangles" presStyleCnt="0"/>
      <dgm:spPr/>
    </dgm:pt>
    <dgm:pt modelId="{780A1832-9C79-48C0-A3B1-21A9925D5E35}" type="pres">
      <dgm:prSet presAssocID="{B23AAB03-BD5F-4FC7-B346-6C66959EA325}" presName="parentLin" presStyleCnt="0"/>
      <dgm:spPr/>
    </dgm:pt>
    <dgm:pt modelId="{C5DDCD01-E87F-4D75-90DD-B7FF9ADBDB9C}" type="pres">
      <dgm:prSet presAssocID="{B23AAB03-BD5F-4FC7-B346-6C66959EA325}" presName="parentLeftMargin" presStyleLbl="node1" presStyleIdx="1" presStyleCnt="10"/>
      <dgm:spPr/>
    </dgm:pt>
    <dgm:pt modelId="{0E413F60-6C3A-4D60-A913-9023F7ED7728}" type="pres">
      <dgm:prSet presAssocID="{B23AAB03-BD5F-4FC7-B346-6C66959EA325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8313A7F2-9741-4367-9ADB-C14F801026E6}" type="pres">
      <dgm:prSet presAssocID="{B23AAB03-BD5F-4FC7-B346-6C66959EA325}" presName="negativeSpace" presStyleCnt="0"/>
      <dgm:spPr/>
    </dgm:pt>
    <dgm:pt modelId="{0408B8E2-6352-406C-8407-09D68A74FF95}" type="pres">
      <dgm:prSet presAssocID="{B23AAB03-BD5F-4FC7-B346-6C66959EA325}" presName="childText" presStyleLbl="conFgAcc1" presStyleIdx="2" presStyleCnt="10">
        <dgm:presLayoutVars>
          <dgm:bulletEnabled val="1"/>
        </dgm:presLayoutVars>
      </dgm:prSet>
      <dgm:spPr/>
    </dgm:pt>
    <dgm:pt modelId="{267A62AF-D67E-4DFC-8790-8A59970A4DFF}" type="pres">
      <dgm:prSet presAssocID="{7F251BD4-F378-40F6-A5C6-3DB01F5C724E}" presName="spaceBetweenRectangles" presStyleCnt="0"/>
      <dgm:spPr/>
    </dgm:pt>
    <dgm:pt modelId="{2E4E9E87-A9A7-4B3B-862C-A76A5A9DF659}" type="pres">
      <dgm:prSet presAssocID="{70F20AAE-2DD8-4D22-95B9-4A64BF2C44BC}" presName="parentLin" presStyleCnt="0"/>
      <dgm:spPr/>
    </dgm:pt>
    <dgm:pt modelId="{4E544A4F-2A53-4460-9B16-A3BE429ED37F}" type="pres">
      <dgm:prSet presAssocID="{70F20AAE-2DD8-4D22-95B9-4A64BF2C44BC}" presName="parentLeftMargin" presStyleLbl="node1" presStyleIdx="2" presStyleCnt="10"/>
      <dgm:spPr/>
    </dgm:pt>
    <dgm:pt modelId="{90103DA4-89B6-4595-BA75-B4CA0C3F246A}" type="pres">
      <dgm:prSet presAssocID="{70F20AAE-2DD8-4D22-95B9-4A64BF2C44BC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6A9601D1-6CBD-4EAB-9206-897571A3E719}" type="pres">
      <dgm:prSet presAssocID="{70F20AAE-2DD8-4D22-95B9-4A64BF2C44BC}" presName="negativeSpace" presStyleCnt="0"/>
      <dgm:spPr/>
    </dgm:pt>
    <dgm:pt modelId="{AFDA2585-9CA8-4A89-8552-DE85C0226BB3}" type="pres">
      <dgm:prSet presAssocID="{70F20AAE-2DD8-4D22-95B9-4A64BF2C44BC}" presName="childText" presStyleLbl="conFgAcc1" presStyleIdx="3" presStyleCnt="10">
        <dgm:presLayoutVars>
          <dgm:bulletEnabled val="1"/>
        </dgm:presLayoutVars>
      </dgm:prSet>
      <dgm:spPr/>
    </dgm:pt>
    <dgm:pt modelId="{BA9E52D1-A5A8-470E-AB45-0CD368AFF5CA}" type="pres">
      <dgm:prSet presAssocID="{1E016DAD-51A9-4772-AAC2-FEEDD68AB35B}" presName="spaceBetweenRectangles" presStyleCnt="0"/>
      <dgm:spPr/>
    </dgm:pt>
    <dgm:pt modelId="{4B73B6AB-EEFA-4565-AB02-B115484AA1B7}" type="pres">
      <dgm:prSet presAssocID="{8EC03929-9855-4416-9E44-F35FA6CB6D4F}" presName="parentLin" presStyleCnt="0"/>
      <dgm:spPr/>
    </dgm:pt>
    <dgm:pt modelId="{CA9B7592-CE40-42BB-AED8-B62544E23EFA}" type="pres">
      <dgm:prSet presAssocID="{8EC03929-9855-4416-9E44-F35FA6CB6D4F}" presName="parentLeftMargin" presStyleLbl="node1" presStyleIdx="3" presStyleCnt="10"/>
      <dgm:spPr/>
    </dgm:pt>
    <dgm:pt modelId="{9B1D07DB-7CB7-4F52-BF0A-51F584A83F84}" type="pres">
      <dgm:prSet presAssocID="{8EC03929-9855-4416-9E44-F35FA6CB6D4F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247B7225-7837-4FAC-90BB-1342E5838F78}" type="pres">
      <dgm:prSet presAssocID="{8EC03929-9855-4416-9E44-F35FA6CB6D4F}" presName="negativeSpace" presStyleCnt="0"/>
      <dgm:spPr/>
    </dgm:pt>
    <dgm:pt modelId="{5C61320D-3E8F-4721-8002-0B1DA4119B74}" type="pres">
      <dgm:prSet presAssocID="{8EC03929-9855-4416-9E44-F35FA6CB6D4F}" presName="childText" presStyleLbl="conFgAcc1" presStyleIdx="4" presStyleCnt="10">
        <dgm:presLayoutVars>
          <dgm:bulletEnabled val="1"/>
        </dgm:presLayoutVars>
      </dgm:prSet>
      <dgm:spPr/>
    </dgm:pt>
    <dgm:pt modelId="{947889A1-0344-4D1D-B762-0C2BE7B8EB4E}" type="pres">
      <dgm:prSet presAssocID="{AAF7A754-64A6-4525-806D-991AE1E77DF6}" presName="spaceBetweenRectangles" presStyleCnt="0"/>
      <dgm:spPr/>
    </dgm:pt>
    <dgm:pt modelId="{BA8A443E-B8BA-412D-A7CF-C3D9529E9768}" type="pres">
      <dgm:prSet presAssocID="{B14E0C13-57C0-43A2-A37A-468AC5840C8F}" presName="parentLin" presStyleCnt="0"/>
      <dgm:spPr/>
    </dgm:pt>
    <dgm:pt modelId="{8595C33A-082D-4768-8455-B122B47833DC}" type="pres">
      <dgm:prSet presAssocID="{B14E0C13-57C0-43A2-A37A-468AC5840C8F}" presName="parentLeftMargin" presStyleLbl="node1" presStyleIdx="4" presStyleCnt="10"/>
      <dgm:spPr/>
    </dgm:pt>
    <dgm:pt modelId="{9841CA8C-86FD-426A-9372-F22019D464A5}" type="pres">
      <dgm:prSet presAssocID="{B14E0C13-57C0-43A2-A37A-468AC5840C8F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B4B581EE-1CDB-4427-A29E-82ADB384960F}" type="pres">
      <dgm:prSet presAssocID="{B14E0C13-57C0-43A2-A37A-468AC5840C8F}" presName="negativeSpace" presStyleCnt="0"/>
      <dgm:spPr/>
    </dgm:pt>
    <dgm:pt modelId="{EFE94B72-0ADC-4F6E-9EE2-523034B51335}" type="pres">
      <dgm:prSet presAssocID="{B14E0C13-57C0-43A2-A37A-468AC5840C8F}" presName="childText" presStyleLbl="conFgAcc1" presStyleIdx="5" presStyleCnt="10">
        <dgm:presLayoutVars>
          <dgm:bulletEnabled val="1"/>
        </dgm:presLayoutVars>
      </dgm:prSet>
      <dgm:spPr/>
    </dgm:pt>
    <dgm:pt modelId="{E2AAA71E-3AD2-4BA8-8407-B5CA074BA68C}" type="pres">
      <dgm:prSet presAssocID="{6818710C-5101-483D-BEF0-814106A1BF52}" presName="spaceBetweenRectangles" presStyleCnt="0"/>
      <dgm:spPr/>
    </dgm:pt>
    <dgm:pt modelId="{751C89CB-759E-4360-BE16-ADC870116D11}" type="pres">
      <dgm:prSet presAssocID="{A9873195-27B2-4912-BFE1-D8E35855200F}" presName="parentLin" presStyleCnt="0"/>
      <dgm:spPr/>
    </dgm:pt>
    <dgm:pt modelId="{D455A2FE-0530-4491-88FD-6A3A01CF9391}" type="pres">
      <dgm:prSet presAssocID="{A9873195-27B2-4912-BFE1-D8E35855200F}" presName="parentLeftMargin" presStyleLbl="node1" presStyleIdx="5" presStyleCnt="10"/>
      <dgm:spPr/>
    </dgm:pt>
    <dgm:pt modelId="{DDE8598C-2C03-4FD1-81AA-6B5DA9247568}" type="pres">
      <dgm:prSet presAssocID="{A9873195-27B2-4912-BFE1-D8E35855200F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09D6C579-F753-4809-AE11-423AA1F5DD19}" type="pres">
      <dgm:prSet presAssocID="{A9873195-27B2-4912-BFE1-D8E35855200F}" presName="negativeSpace" presStyleCnt="0"/>
      <dgm:spPr/>
    </dgm:pt>
    <dgm:pt modelId="{835995A7-4295-4601-B349-5D6F934A70F3}" type="pres">
      <dgm:prSet presAssocID="{A9873195-27B2-4912-BFE1-D8E35855200F}" presName="childText" presStyleLbl="conFgAcc1" presStyleIdx="6" presStyleCnt="10">
        <dgm:presLayoutVars>
          <dgm:bulletEnabled val="1"/>
        </dgm:presLayoutVars>
      </dgm:prSet>
      <dgm:spPr/>
    </dgm:pt>
    <dgm:pt modelId="{CEECF074-001C-48D0-9A4A-5D50ACADFCD3}" type="pres">
      <dgm:prSet presAssocID="{C4E7CF16-8C42-48BC-AA48-AF3E38BF15DC}" presName="spaceBetweenRectangles" presStyleCnt="0"/>
      <dgm:spPr/>
    </dgm:pt>
    <dgm:pt modelId="{08CD9F53-0FAB-4ED1-BBBD-9E49F8BBD962}" type="pres">
      <dgm:prSet presAssocID="{04BFE64B-ECA6-4D39-BFD3-8DDCA21DC8B7}" presName="parentLin" presStyleCnt="0"/>
      <dgm:spPr/>
    </dgm:pt>
    <dgm:pt modelId="{23521A23-82A8-4512-A31C-1BF5292A6A92}" type="pres">
      <dgm:prSet presAssocID="{04BFE64B-ECA6-4D39-BFD3-8DDCA21DC8B7}" presName="parentLeftMargin" presStyleLbl="node1" presStyleIdx="6" presStyleCnt="10"/>
      <dgm:spPr/>
    </dgm:pt>
    <dgm:pt modelId="{43E46673-30ED-4370-B4C5-AE2E4F7E3CAB}" type="pres">
      <dgm:prSet presAssocID="{04BFE64B-ECA6-4D39-BFD3-8DDCA21DC8B7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F69F67E7-ECBB-456E-9E3A-8A8A5C8F06AE}" type="pres">
      <dgm:prSet presAssocID="{04BFE64B-ECA6-4D39-BFD3-8DDCA21DC8B7}" presName="negativeSpace" presStyleCnt="0"/>
      <dgm:spPr/>
    </dgm:pt>
    <dgm:pt modelId="{6314EA67-129A-4660-963C-839891131D24}" type="pres">
      <dgm:prSet presAssocID="{04BFE64B-ECA6-4D39-BFD3-8DDCA21DC8B7}" presName="childText" presStyleLbl="conFgAcc1" presStyleIdx="7" presStyleCnt="10">
        <dgm:presLayoutVars>
          <dgm:bulletEnabled val="1"/>
        </dgm:presLayoutVars>
      </dgm:prSet>
      <dgm:spPr/>
    </dgm:pt>
    <dgm:pt modelId="{22B142FC-180F-4B41-873C-3D7484FB0DD5}" type="pres">
      <dgm:prSet presAssocID="{5E3B8C7F-E406-48B6-B8FD-D745D602CA10}" presName="spaceBetweenRectangles" presStyleCnt="0"/>
      <dgm:spPr/>
    </dgm:pt>
    <dgm:pt modelId="{EF65F277-95EF-4663-BF08-17E2F1EFAFAC}" type="pres">
      <dgm:prSet presAssocID="{C30BDBEB-26F9-4C11-8241-90D378DB849D}" presName="parentLin" presStyleCnt="0"/>
      <dgm:spPr/>
    </dgm:pt>
    <dgm:pt modelId="{015FD924-0D39-4614-A2F7-55D6A9155604}" type="pres">
      <dgm:prSet presAssocID="{C30BDBEB-26F9-4C11-8241-90D378DB849D}" presName="parentLeftMargin" presStyleLbl="node1" presStyleIdx="7" presStyleCnt="10"/>
      <dgm:spPr/>
    </dgm:pt>
    <dgm:pt modelId="{003C0374-CE9B-455C-8D6F-F81472A96F32}" type="pres">
      <dgm:prSet presAssocID="{C30BDBEB-26F9-4C11-8241-90D378DB849D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D9685FE3-DAD2-45B4-A860-E86804490637}" type="pres">
      <dgm:prSet presAssocID="{C30BDBEB-26F9-4C11-8241-90D378DB849D}" presName="negativeSpace" presStyleCnt="0"/>
      <dgm:spPr/>
    </dgm:pt>
    <dgm:pt modelId="{9259762F-032B-4DA8-908A-621665C999B8}" type="pres">
      <dgm:prSet presAssocID="{C30BDBEB-26F9-4C11-8241-90D378DB849D}" presName="childText" presStyleLbl="conFgAcc1" presStyleIdx="8" presStyleCnt="10">
        <dgm:presLayoutVars>
          <dgm:bulletEnabled val="1"/>
        </dgm:presLayoutVars>
      </dgm:prSet>
      <dgm:spPr/>
    </dgm:pt>
    <dgm:pt modelId="{12AA8995-0940-4A2A-BD92-970EC3F06F57}" type="pres">
      <dgm:prSet presAssocID="{603B2BD2-F6A0-4BE8-B3C4-6C41EC6F6751}" presName="spaceBetweenRectangles" presStyleCnt="0"/>
      <dgm:spPr/>
    </dgm:pt>
    <dgm:pt modelId="{67CEBC56-B3AD-4812-B024-8613F564B016}" type="pres">
      <dgm:prSet presAssocID="{A077E26A-CF49-4C58-94A9-B67B501C65BF}" presName="parentLin" presStyleCnt="0"/>
      <dgm:spPr/>
    </dgm:pt>
    <dgm:pt modelId="{2F779901-A6C7-44D9-AD0D-4D2FBC4F62DC}" type="pres">
      <dgm:prSet presAssocID="{A077E26A-CF49-4C58-94A9-B67B501C65BF}" presName="parentLeftMargin" presStyleLbl="node1" presStyleIdx="8" presStyleCnt="10"/>
      <dgm:spPr/>
    </dgm:pt>
    <dgm:pt modelId="{B8B0DF84-B333-40EF-BCFB-CDBE30FA8107}" type="pres">
      <dgm:prSet presAssocID="{A077E26A-CF49-4C58-94A9-B67B501C65BF}" presName="parentText" presStyleLbl="node1" presStyleIdx="9" presStyleCnt="10">
        <dgm:presLayoutVars>
          <dgm:chMax val="0"/>
          <dgm:bulletEnabled val="1"/>
        </dgm:presLayoutVars>
      </dgm:prSet>
      <dgm:spPr/>
    </dgm:pt>
    <dgm:pt modelId="{32CDA825-CC41-4051-87AC-999B50681573}" type="pres">
      <dgm:prSet presAssocID="{A077E26A-CF49-4C58-94A9-B67B501C65BF}" presName="negativeSpace" presStyleCnt="0"/>
      <dgm:spPr/>
    </dgm:pt>
    <dgm:pt modelId="{54EEE7F9-7B2E-4144-992A-016A0E728077}" type="pres">
      <dgm:prSet presAssocID="{A077E26A-CF49-4C58-94A9-B67B501C65BF}" presName="childText" presStyleLbl="conFgAcc1" presStyleIdx="9" presStyleCnt="10">
        <dgm:presLayoutVars>
          <dgm:bulletEnabled val="1"/>
        </dgm:presLayoutVars>
      </dgm:prSet>
      <dgm:spPr/>
    </dgm:pt>
  </dgm:ptLst>
  <dgm:cxnLst>
    <dgm:cxn modelId="{AF8C8200-F444-45B1-AFC0-E471EBEB8FB4}" type="presOf" srcId="{B23AAB03-BD5F-4FC7-B346-6C66959EA325}" destId="{0E413F60-6C3A-4D60-A913-9023F7ED7728}" srcOrd="1" destOrd="0" presId="urn:microsoft.com/office/officeart/2005/8/layout/list1"/>
    <dgm:cxn modelId="{BD9E5505-68E2-42C4-B564-E02572ADC3F9}" srcId="{40FC22E5-6796-4809-B68A-F03FE7041BB8}" destId="{04BFE64B-ECA6-4D39-BFD3-8DDCA21DC8B7}" srcOrd="7" destOrd="0" parTransId="{7A285D4F-35BC-47FD-88B4-F99DF0AD14B4}" sibTransId="{5E3B8C7F-E406-48B6-B8FD-D745D602CA10}"/>
    <dgm:cxn modelId="{70A41306-0A80-4FEB-A5D3-48F067283834}" srcId="{40FC22E5-6796-4809-B68A-F03FE7041BB8}" destId="{A9873195-27B2-4912-BFE1-D8E35855200F}" srcOrd="6" destOrd="0" parTransId="{F3BD45CA-C7A3-4E7C-B37A-0BCEA728121A}" sibTransId="{C4E7CF16-8C42-48BC-AA48-AF3E38BF15DC}"/>
    <dgm:cxn modelId="{09A14615-3D3A-4C47-9D3F-990E0233328D}" type="presOf" srcId="{40FC22E5-6796-4809-B68A-F03FE7041BB8}" destId="{03058130-F676-4081-83E7-0104322E0784}" srcOrd="0" destOrd="0" presId="urn:microsoft.com/office/officeart/2005/8/layout/list1"/>
    <dgm:cxn modelId="{3C3A8A1C-9FC0-43DD-986A-011491538283}" srcId="{40FC22E5-6796-4809-B68A-F03FE7041BB8}" destId="{B23AAB03-BD5F-4FC7-B346-6C66959EA325}" srcOrd="2" destOrd="0" parTransId="{772812ED-7645-4B96-88FE-A9B25C52CD13}" sibTransId="{7F251BD4-F378-40F6-A5C6-3DB01F5C724E}"/>
    <dgm:cxn modelId="{D19DEA22-7848-4655-9E10-2114DC5D7861}" type="presOf" srcId="{A9873195-27B2-4912-BFE1-D8E35855200F}" destId="{D455A2FE-0530-4491-88FD-6A3A01CF9391}" srcOrd="0" destOrd="0" presId="urn:microsoft.com/office/officeart/2005/8/layout/list1"/>
    <dgm:cxn modelId="{A6076327-E7CE-4CBB-950D-EF6F1A8C8233}" type="presOf" srcId="{70F20AAE-2DD8-4D22-95B9-4A64BF2C44BC}" destId="{90103DA4-89B6-4595-BA75-B4CA0C3F246A}" srcOrd="1" destOrd="0" presId="urn:microsoft.com/office/officeart/2005/8/layout/list1"/>
    <dgm:cxn modelId="{88117E29-401F-4A6D-830A-39DEC32C0992}" type="presOf" srcId="{A077E26A-CF49-4C58-94A9-B67B501C65BF}" destId="{2F779901-A6C7-44D9-AD0D-4D2FBC4F62DC}" srcOrd="0" destOrd="0" presId="urn:microsoft.com/office/officeart/2005/8/layout/list1"/>
    <dgm:cxn modelId="{065D0F35-C0B0-45AA-95A9-C3043A5709EF}" type="presOf" srcId="{B14E0C13-57C0-43A2-A37A-468AC5840C8F}" destId="{9841CA8C-86FD-426A-9372-F22019D464A5}" srcOrd="1" destOrd="0" presId="urn:microsoft.com/office/officeart/2005/8/layout/list1"/>
    <dgm:cxn modelId="{EE90B43B-2E2F-4649-9678-8CD5A4E6B432}" type="presOf" srcId="{04BFE64B-ECA6-4D39-BFD3-8DDCA21DC8B7}" destId="{23521A23-82A8-4512-A31C-1BF5292A6A92}" srcOrd="0" destOrd="0" presId="urn:microsoft.com/office/officeart/2005/8/layout/list1"/>
    <dgm:cxn modelId="{D981E860-8157-4043-9320-67013A8CBFFC}" type="presOf" srcId="{E3326F39-8877-45D0-A513-959A94E910B8}" destId="{7AC97032-AF44-4F6F-A91E-BA28432B203B}" srcOrd="0" destOrd="0" presId="urn:microsoft.com/office/officeart/2005/8/layout/list1"/>
    <dgm:cxn modelId="{B1FC2E6A-8A4F-4BCB-871D-4D8392489FDC}" type="presOf" srcId="{8EC03929-9855-4416-9E44-F35FA6CB6D4F}" destId="{9B1D07DB-7CB7-4F52-BF0A-51F584A83F84}" srcOrd="1" destOrd="0" presId="urn:microsoft.com/office/officeart/2005/8/layout/list1"/>
    <dgm:cxn modelId="{1B63E04B-4C2F-4CD9-B989-6B769CC5D212}" type="presOf" srcId="{B14E0C13-57C0-43A2-A37A-468AC5840C8F}" destId="{8595C33A-082D-4768-8455-B122B47833DC}" srcOrd="0" destOrd="0" presId="urn:microsoft.com/office/officeart/2005/8/layout/list1"/>
    <dgm:cxn modelId="{E2C8726E-16E6-43F0-A215-6B7C598D7A62}" srcId="{40FC22E5-6796-4809-B68A-F03FE7041BB8}" destId="{7B62EA33-281B-4F84-9D20-82AC8E9EA4BB}" srcOrd="0" destOrd="0" parTransId="{52386C82-D22D-4AF0-BF8E-9747E5E340EA}" sibTransId="{F0C409AB-A7C6-4606-A5B8-0DD8AE5F69BF}"/>
    <dgm:cxn modelId="{F32C8650-6A91-48BA-ADE7-87DE1A5FE87E}" type="presOf" srcId="{C30BDBEB-26F9-4C11-8241-90D378DB849D}" destId="{003C0374-CE9B-455C-8D6F-F81472A96F32}" srcOrd="1" destOrd="0" presId="urn:microsoft.com/office/officeart/2005/8/layout/list1"/>
    <dgm:cxn modelId="{5C10D650-DB9F-4ECB-9B6C-C45B00F2E220}" type="presOf" srcId="{8EC03929-9855-4416-9E44-F35FA6CB6D4F}" destId="{CA9B7592-CE40-42BB-AED8-B62544E23EFA}" srcOrd="0" destOrd="0" presId="urn:microsoft.com/office/officeart/2005/8/layout/list1"/>
    <dgm:cxn modelId="{FF061252-48C7-4572-B5F8-2905E7B3D6A6}" type="presOf" srcId="{70F20AAE-2DD8-4D22-95B9-4A64BF2C44BC}" destId="{4E544A4F-2A53-4460-9B16-A3BE429ED37F}" srcOrd="0" destOrd="0" presId="urn:microsoft.com/office/officeart/2005/8/layout/list1"/>
    <dgm:cxn modelId="{813DB574-7B7B-4A73-B596-FE89D4FE4A03}" type="presOf" srcId="{7B62EA33-281B-4F84-9D20-82AC8E9EA4BB}" destId="{6BB4282E-7F2C-4DB7-8A65-E33A034E1E72}" srcOrd="1" destOrd="0" presId="urn:microsoft.com/office/officeart/2005/8/layout/list1"/>
    <dgm:cxn modelId="{688E9F78-3D60-4C3C-8286-D5CA5393617A}" type="presOf" srcId="{B23AAB03-BD5F-4FC7-B346-6C66959EA325}" destId="{C5DDCD01-E87F-4D75-90DD-B7FF9ADBDB9C}" srcOrd="0" destOrd="0" presId="urn:microsoft.com/office/officeart/2005/8/layout/list1"/>
    <dgm:cxn modelId="{C50E4385-6A01-42EF-82F0-964299FB63B0}" type="presOf" srcId="{04BFE64B-ECA6-4D39-BFD3-8DDCA21DC8B7}" destId="{43E46673-30ED-4370-B4C5-AE2E4F7E3CAB}" srcOrd="1" destOrd="0" presId="urn:microsoft.com/office/officeart/2005/8/layout/list1"/>
    <dgm:cxn modelId="{D1A0158A-994A-4A20-BBEE-2EF5D2789CC6}" srcId="{40FC22E5-6796-4809-B68A-F03FE7041BB8}" destId="{B14E0C13-57C0-43A2-A37A-468AC5840C8F}" srcOrd="5" destOrd="0" parTransId="{53F0F1E0-67D1-45AD-BE9F-F04E74AF9739}" sibTransId="{6818710C-5101-483D-BEF0-814106A1BF52}"/>
    <dgm:cxn modelId="{6658778A-7EF4-404B-B45C-9A354DC946EB}" srcId="{40FC22E5-6796-4809-B68A-F03FE7041BB8}" destId="{E3326F39-8877-45D0-A513-959A94E910B8}" srcOrd="1" destOrd="0" parTransId="{5CF320CE-BB90-4DED-9DF5-D0AC93CF5445}" sibTransId="{9FF4ED1A-7AF4-4C86-A2BC-ED98DA2E8A47}"/>
    <dgm:cxn modelId="{7F28059B-8E4B-414E-88DA-B55D3BA99658}" type="presOf" srcId="{A9873195-27B2-4912-BFE1-D8E35855200F}" destId="{DDE8598C-2C03-4FD1-81AA-6B5DA9247568}" srcOrd="1" destOrd="0" presId="urn:microsoft.com/office/officeart/2005/8/layout/list1"/>
    <dgm:cxn modelId="{F18CC09E-5EEA-4AA4-9E9D-B33041A436B4}" srcId="{40FC22E5-6796-4809-B68A-F03FE7041BB8}" destId="{8EC03929-9855-4416-9E44-F35FA6CB6D4F}" srcOrd="4" destOrd="0" parTransId="{C939B6F3-1A4F-4487-81B9-5376FEB13F84}" sibTransId="{AAF7A754-64A6-4525-806D-991AE1E77DF6}"/>
    <dgm:cxn modelId="{CAAA62A8-3DDE-434B-820F-8F03E7A59C1C}" type="presOf" srcId="{C30BDBEB-26F9-4C11-8241-90D378DB849D}" destId="{015FD924-0D39-4614-A2F7-55D6A9155604}" srcOrd="0" destOrd="0" presId="urn:microsoft.com/office/officeart/2005/8/layout/list1"/>
    <dgm:cxn modelId="{AA051AAE-A971-4F26-8BA7-C347F6F635DC}" srcId="{40FC22E5-6796-4809-B68A-F03FE7041BB8}" destId="{C30BDBEB-26F9-4C11-8241-90D378DB849D}" srcOrd="8" destOrd="0" parTransId="{A9C44906-6B7D-4614-85A6-8D324A97B000}" sibTransId="{603B2BD2-F6A0-4BE8-B3C4-6C41EC6F6751}"/>
    <dgm:cxn modelId="{5C95F5BC-BD85-4379-B5FE-A26253C1C753}" srcId="{40FC22E5-6796-4809-B68A-F03FE7041BB8}" destId="{A077E26A-CF49-4C58-94A9-B67B501C65BF}" srcOrd="9" destOrd="0" parTransId="{AD8EBD89-4904-451B-B81C-CF122667A383}" sibTransId="{B9C32622-7293-4FD5-A7C1-322457869069}"/>
    <dgm:cxn modelId="{20F73CCB-1520-45E6-BD92-761373635BB9}" type="presOf" srcId="{7B62EA33-281B-4F84-9D20-82AC8E9EA4BB}" destId="{A0F145EF-7CA3-4977-A4EB-74BFB20BBD2E}" srcOrd="0" destOrd="0" presId="urn:microsoft.com/office/officeart/2005/8/layout/list1"/>
    <dgm:cxn modelId="{EA0938D3-BDC9-460D-A01B-35FE2935CD43}" type="presOf" srcId="{E3326F39-8877-45D0-A513-959A94E910B8}" destId="{12ED03AA-3CB3-44CB-8836-DCB94D37C2B7}" srcOrd="1" destOrd="0" presId="urn:microsoft.com/office/officeart/2005/8/layout/list1"/>
    <dgm:cxn modelId="{3A1FD7E9-3CD8-4966-8822-454A0762BBB5}" srcId="{40FC22E5-6796-4809-B68A-F03FE7041BB8}" destId="{70F20AAE-2DD8-4D22-95B9-4A64BF2C44BC}" srcOrd="3" destOrd="0" parTransId="{71648824-DACB-473E-9EF8-1C12853D35C6}" sibTransId="{1E016DAD-51A9-4772-AAC2-FEEDD68AB35B}"/>
    <dgm:cxn modelId="{0CDD27F3-E195-4D76-97C1-96E37A5651CA}" type="presOf" srcId="{A077E26A-CF49-4C58-94A9-B67B501C65BF}" destId="{B8B0DF84-B333-40EF-BCFB-CDBE30FA8107}" srcOrd="1" destOrd="0" presId="urn:microsoft.com/office/officeart/2005/8/layout/list1"/>
    <dgm:cxn modelId="{3277A237-15AA-47A7-9BBA-8E89FFB95385}" type="presParOf" srcId="{03058130-F676-4081-83E7-0104322E0784}" destId="{40934D2F-3C82-4D40-B245-134039E6D4A0}" srcOrd="0" destOrd="0" presId="urn:microsoft.com/office/officeart/2005/8/layout/list1"/>
    <dgm:cxn modelId="{81400A89-F42E-4A85-8BC8-A4CACE91460B}" type="presParOf" srcId="{40934D2F-3C82-4D40-B245-134039E6D4A0}" destId="{A0F145EF-7CA3-4977-A4EB-74BFB20BBD2E}" srcOrd="0" destOrd="0" presId="urn:microsoft.com/office/officeart/2005/8/layout/list1"/>
    <dgm:cxn modelId="{C4A52BE7-6785-47C3-BBD9-B17B9EC3B190}" type="presParOf" srcId="{40934D2F-3C82-4D40-B245-134039E6D4A0}" destId="{6BB4282E-7F2C-4DB7-8A65-E33A034E1E72}" srcOrd="1" destOrd="0" presId="urn:microsoft.com/office/officeart/2005/8/layout/list1"/>
    <dgm:cxn modelId="{529E7642-1B23-493E-B9F2-AA8B68284469}" type="presParOf" srcId="{03058130-F676-4081-83E7-0104322E0784}" destId="{D83E7B22-2BDA-44FD-BF30-50C911A25E81}" srcOrd="1" destOrd="0" presId="urn:microsoft.com/office/officeart/2005/8/layout/list1"/>
    <dgm:cxn modelId="{53905694-91DA-4D70-8BC6-F04578145441}" type="presParOf" srcId="{03058130-F676-4081-83E7-0104322E0784}" destId="{1A86B30A-1CE8-45FE-8416-780A766B7D9C}" srcOrd="2" destOrd="0" presId="urn:microsoft.com/office/officeart/2005/8/layout/list1"/>
    <dgm:cxn modelId="{30B6CE99-8056-4B8A-8BAA-B83060A657A0}" type="presParOf" srcId="{03058130-F676-4081-83E7-0104322E0784}" destId="{4DC8F13E-0CB9-4846-B00D-25D592B07EC1}" srcOrd="3" destOrd="0" presId="urn:microsoft.com/office/officeart/2005/8/layout/list1"/>
    <dgm:cxn modelId="{4530F261-A72D-4CD5-81DE-B926AFD81315}" type="presParOf" srcId="{03058130-F676-4081-83E7-0104322E0784}" destId="{5434603F-DD90-43E2-87C1-CD25396899B8}" srcOrd="4" destOrd="0" presId="urn:microsoft.com/office/officeart/2005/8/layout/list1"/>
    <dgm:cxn modelId="{2897A57F-1DFD-488F-A50B-F4B1EC03B03D}" type="presParOf" srcId="{5434603F-DD90-43E2-87C1-CD25396899B8}" destId="{7AC97032-AF44-4F6F-A91E-BA28432B203B}" srcOrd="0" destOrd="0" presId="urn:microsoft.com/office/officeart/2005/8/layout/list1"/>
    <dgm:cxn modelId="{294061B0-FBA1-4F75-B6A4-3DB701955B75}" type="presParOf" srcId="{5434603F-DD90-43E2-87C1-CD25396899B8}" destId="{12ED03AA-3CB3-44CB-8836-DCB94D37C2B7}" srcOrd="1" destOrd="0" presId="urn:microsoft.com/office/officeart/2005/8/layout/list1"/>
    <dgm:cxn modelId="{2EC893AF-26C0-4ABB-816A-88CF8D980AAA}" type="presParOf" srcId="{03058130-F676-4081-83E7-0104322E0784}" destId="{8574664E-E172-44B4-A3AE-D658655E34FF}" srcOrd="5" destOrd="0" presId="urn:microsoft.com/office/officeart/2005/8/layout/list1"/>
    <dgm:cxn modelId="{16E440F8-B3F0-4416-9C85-F9A9FDCA8AEC}" type="presParOf" srcId="{03058130-F676-4081-83E7-0104322E0784}" destId="{8DC0917E-AF97-4B5C-B3ED-141EC9509F0E}" srcOrd="6" destOrd="0" presId="urn:microsoft.com/office/officeart/2005/8/layout/list1"/>
    <dgm:cxn modelId="{C84E81AF-F5E5-43B8-9D65-83DC00EF806D}" type="presParOf" srcId="{03058130-F676-4081-83E7-0104322E0784}" destId="{1C9A575A-75A2-42FD-BFFA-2F501EC6DD3C}" srcOrd="7" destOrd="0" presId="urn:microsoft.com/office/officeart/2005/8/layout/list1"/>
    <dgm:cxn modelId="{BF1351F9-6D0D-41D8-8851-E9A950A9E8D2}" type="presParOf" srcId="{03058130-F676-4081-83E7-0104322E0784}" destId="{780A1832-9C79-48C0-A3B1-21A9925D5E35}" srcOrd="8" destOrd="0" presId="urn:microsoft.com/office/officeart/2005/8/layout/list1"/>
    <dgm:cxn modelId="{BAF093F0-653D-40BA-A0F3-43F0129CBD00}" type="presParOf" srcId="{780A1832-9C79-48C0-A3B1-21A9925D5E35}" destId="{C5DDCD01-E87F-4D75-90DD-B7FF9ADBDB9C}" srcOrd="0" destOrd="0" presId="urn:microsoft.com/office/officeart/2005/8/layout/list1"/>
    <dgm:cxn modelId="{DBF0204F-2EDA-4745-9801-1AD5824F54DE}" type="presParOf" srcId="{780A1832-9C79-48C0-A3B1-21A9925D5E35}" destId="{0E413F60-6C3A-4D60-A913-9023F7ED7728}" srcOrd="1" destOrd="0" presId="urn:microsoft.com/office/officeart/2005/8/layout/list1"/>
    <dgm:cxn modelId="{327A2122-A836-42FA-B5F0-F3A66C106048}" type="presParOf" srcId="{03058130-F676-4081-83E7-0104322E0784}" destId="{8313A7F2-9741-4367-9ADB-C14F801026E6}" srcOrd="9" destOrd="0" presId="urn:microsoft.com/office/officeart/2005/8/layout/list1"/>
    <dgm:cxn modelId="{23AA5889-F285-4222-A003-CE5852E442FB}" type="presParOf" srcId="{03058130-F676-4081-83E7-0104322E0784}" destId="{0408B8E2-6352-406C-8407-09D68A74FF95}" srcOrd="10" destOrd="0" presId="urn:microsoft.com/office/officeart/2005/8/layout/list1"/>
    <dgm:cxn modelId="{740817AB-522B-4E91-8641-DE1B538FD69C}" type="presParOf" srcId="{03058130-F676-4081-83E7-0104322E0784}" destId="{267A62AF-D67E-4DFC-8790-8A59970A4DFF}" srcOrd="11" destOrd="0" presId="urn:microsoft.com/office/officeart/2005/8/layout/list1"/>
    <dgm:cxn modelId="{E88C9B20-0D65-43E1-9EBC-F084311B0B04}" type="presParOf" srcId="{03058130-F676-4081-83E7-0104322E0784}" destId="{2E4E9E87-A9A7-4B3B-862C-A76A5A9DF659}" srcOrd="12" destOrd="0" presId="urn:microsoft.com/office/officeart/2005/8/layout/list1"/>
    <dgm:cxn modelId="{7B740F79-11E4-42F5-AD73-B11DB2B748BB}" type="presParOf" srcId="{2E4E9E87-A9A7-4B3B-862C-A76A5A9DF659}" destId="{4E544A4F-2A53-4460-9B16-A3BE429ED37F}" srcOrd="0" destOrd="0" presId="urn:microsoft.com/office/officeart/2005/8/layout/list1"/>
    <dgm:cxn modelId="{C9FE2427-5C54-427B-9A57-293B48A43B3F}" type="presParOf" srcId="{2E4E9E87-A9A7-4B3B-862C-A76A5A9DF659}" destId="{90103DA4-89B6-4595-BA75-B4CA0C3F246A}" srcOrd="1" destOrd="0" presId="urn:microsoft.com/office/officeart/2005/8/layout/list1"/>
    <dgm:cxn modelId="{B6A6ABCD-A5D1-4295-B2C2-6C6F845DD249}" type="presParOf" srcId="{03058130-F676-4081-83E7-0104322E0784}" destId="{6A9601D1-6CBD-4EAB-9206-897571A3E719}" srcOrd="13" destOrd="0" presId="urn:microsoft.com/office/officeart/2005/8/layout/list1"/>
    <dgm:cxn modelId="{E02F9596-616C-4EE8-8713-24238D15CCCD}" type="presParOf" srcId="{03058130-F676-4081-83E7-0104322E0784}" destId="{AFDA2585-9CA8-4A89-8552-DE85C0226BB3}" srcOrd="14" destOrd="0" presId="urn:microsoft.com/office/officeart/2005/8/layout/list1"/>
    <dgm:cxn modelId="{C74E38FE-B976-4738-905F-CFF0ECC3622A}" type="presParOf" srcId="{03058130-F676-4081-83E7-0104322E0784}" destId="{BA9E52D1-A5A8-470E-AB45-0CD368AFF5CA}" srcOrd="15" destOrd="0" presId="urn:microsoft.com/office/officeart/2005/8/layout/list1"/>
    <dgm:cxn modelId="{B76C9CFA-2CB4-4DEE-AA50-E9294A7044C2}" type="presParOf" srcId="{03058130-F676-4081-83E7-0104322E0784}" destId="{4B73B6AB-EEFA-4565-AB02-B115484AA1B7}" srcOrd="16" destOrd="0" presId="urn:microsoft.com/office/officeart/2005/8/layout/list1"/>
    <dgm:cxn modelId="{99B34425-70EC-40D8-9944-CF835251D9CD}" type="presParOf" srcId="{4B73B6AB-EEFA-4565-AB02-B115484AA1B7}" destId="{CA9B7592-CE40-42BB-AED8-B62544E23EFA}" srcOrd="0" destOrd="0" presId="urn:microsoft.com/office/officeart/2005/8/layout/list1"/>
    <dgm:cxn modelId="{C125D0F3-1772-4E6D-ACC9-4D05E89F379C}" type="presParOf" srcId="{4B73B6AB-EEFA-4565-AB02-B115484AA1B7}" destId="{9B1D07DB-7CB7-4F52-BF0A-51F584A83F84}" srcOrd="1" destOrd="0" presId="urn:microsoft.com/office/officeart/2005/8/layout/list1"/>
    <dgm:cxn modelId="{2E2FE1CF-609C-4E1E-8783-9563B422C0AA}" type="presParOf" srcId="{03058130-F676-4081-83E7-0104322E0784}" destId="{247B7225-7837-4FAC-90BB-1342E5838F78}" srcOrd="17" destOrd="0" presId="urn:microsoft.com/office/officeart/2005/8/layout/list1"/>
    <dgm:cxn modelId="{6093FF52-5553-459F-B325-1505A40CE05C}" type="presParOf" srcId="{03058130-F676-4081-83E7-0104322E0784}" destId="{5C61320D-3E8F-4721-8002-0B1DA4119B74}" srcOrd="18" destOrd="0" presId="urn:microsoft.com/office/officeart/2005/8/layout/list1"/>
    <dgm:cxn modelId="{496427E1-04A0-45A3-8CA0-6A425D461E55}" type="presParOf" srcId="{03058130-F676-4081-83E7-0104322E0784}" destId="{947889A1-0344-4D1D-B762-0C2BE7B8EB4E}" srcOrd="19" destOrd="0" presId="urn:microsoft.com/office/officeart/2005/8/layout/list1"/>
    <dgm:cxn modelId="{46FD5490-2ABF-4DBB-ADEC-D53CA0ACA4B4}" type="presParOf" srcId="{03058130-F676-4081-83E7-0104322E0784}" destId="{BA8A443E-B8BA-412D-A7CF-C3D9529E9768}" srcOrd="20" destOrd="0" presId="urn:microsoft.com/office/officeart/2005/8/layout/list1"/>
    <dgm:cxn modelId="{AB22B479-561A-4022-8932-A2D6B468256E}" type="presParOf" srcId="{BA8A443E-B8BA-412D-A7CF-C3D9529E9768}" destId="{8595C33A-082D-4768-8455-B122B47833DC}" srcOrd="0" destOrd="0" presId="urn:microsoft.com/office/officeart/2005/8/layout/list1"/>
    <dgm:cxn modelId="{8522603F-1823-4166-95ED-02FCB3F1CD20}" type="presParOf" srcId="{BA8A443E-B8BA-412D-A7CF-C3D9529E9768}" destId="{9841CA8C-86FD-426A-9372-F22019D464A5}" srcOrd="1" destOrd="0" presId="urn:microsoft.com/office/officeart/2005/8/layout/list1"/>
    <dgm:cxn modelId="{CEA38953-2025-499E-8920-F05F40934B79}" type="presParOf" srcId="{03058130-F676-4081-83E7-0104322E0784}" destId="{B4B581EE-1CDB-4427-A29E-82ADB384960F}" srcOrd="21" destOrd="0" presId="urn:microsoft.com/office/officeart/2005/8/layout/list1"/>
    <dgm:cxn modelId="{ED228E8A-43F7-4BEC-81EA-F438E85B24E4}" type="presParOf" srcId="{03058130-F676-4081-83E7-0104322E0784}" destId="{EFE94B72-0ADC-4F6E-9EE2-523034B51335}" srcOrd="22" destOrd="0" presId="urn:microsoft.com/office/officeart/2005/8/layout/list1"/>
    <dgm:cxn modelId="{8BE90625-E315-44EC-ABAB-89A9A90EFC43}" type="presParOf" srcId="{03058130-F676-4081-83E7-0104322E0784}" destId="{E2AAA71E-3AD2-4BA8-8407-B5CA074BA68C}" srcOrd="23" destOrd="0" presId="urn:microsoft.com/office/officeart/2005/8/layout/list1"/>
    <dgm:cxn modelId="{0808A732-73AD-4417-B27A-01DF3E65C193}" type="presParOf" srcId="{03058130-F676-4081-83E7-0104322E0784}" destId="{751C89CB-759E-4360-BE16-ADC870116D11}" srcOrd="24" destOrd="0" presId="urn:microsoft.com/office/officeart/2005/8/layout/list1"/>
    <dgm:cxn modelId="{6175C77D-A87D-4F44-90BB-7CFB6DA27049}" type="presParOf" srcId="{751C89CB-759E-4360-BE16-ADC870116D11}" destId="{D455A2FE-0530-4491-88FD-6A3A01CF9391}" srcOrd="0" destOrd="0" presId="urn:microsoft.com/office/officeart/2005/8/layout/list1"/>
    <dgm:cxn modelId="{D039A1EB-E450-4DE5-ADCE-50154426AEF5}" type="presParOf" srcId="{751C89CB-759E-4360-BE16-ADC870116D11}" destId="{DDE8598C-2C03-4FD1-81AA-6B5DA9247568}" srcOrd="1" destOrd="0" presId="urn:microsoft.com/office/officeart/2005/8/layout/list1"/>
    <dgm:cxn modelId="{4E38C443-1DD6-4CA2-BC36-23052CAF2FA1}" type="presParOf" srcId="{03058130-F676-4081-83E7-0104322E0784}" destId="{09D6C579-F753-4809-AE11-423AA1F5DD19}" srcOrd="25" destOrd="0" presId="urn:microsoft.com/office/officeart/2005/8/layout/list1"/>
    <dgm:cxn modelId="{A9811F0B-9210-42C0-8250-E173ABF19248}" type="presParOf" srcId="{03058130-F676-4081-83E7-0104322E0784}" destId="{835995A7-4295-4601-B349-5D6F934A70F3}" srcOrd="26" destOrd="0" presId="urn:microsoft.com/office/officeart/2005/8/layout/list1"/>
    <dgm:cxn modelId="{E2280445-39ED-4B99-9B3B-E48DC67C9A09}" type="presParOf" srcId="{03058130-F676-4081-83E7-0104322E0784}" destId="{CEECF074-001C-48D0-9A4A-5D50ACADFCD3}" srcOrd="27" destOrd="0" presId="urn:microsoft.com/office/officeart/2005/8/layout/list1"/>
    <dgm:cxn modelId="{7829612F-3344-4405-8151-BD46258D4130}" type="presParOf" srcId="{03058130-F676-4081-83E7-0104322E0784}" destId="{08CD9F53-0FAB-4ED1-BBBD-9E49F8BBD962}" srcOrd="28" destOrd="0" presId="urn:microsoft.com/office/officeart/2005/8/layout/list1"/>
    <dgm:cxn modelId="{33CBC01A-3262-4FD9-BF38-F3B211645A58}" type="presParOf" srcId="{08CD9F53-0FAB-4ED1-BBBD-9E49F8BBD962}" destId="{23521A23-82A8-4512-A31C-1BF5292A6A92}" srcOrd="0" destOrd="0" presId="urn:microsoft.com/office/officeart/2005/8/layout/list1"/>
    <dgm:cxn modelId="{C7961DCF-2146-45BC-AEE1-03FA66277E68}" type="presParOf" srcId="{08CD9F53-0FAB-4ED1-BBBD-9E49F8BBD962}" destId="{43E46673-30ED-4370-B4C5-AE2E4F7E3CAB}" srcOrd="1" destOrd="0" presId="urn:microsoft.com/office/officeart/2005/8/layout/list1"/>
    <dgm:cxn modelId="{EC9AB6B4-E945-4FEA-B9A8-6628BB394FFC}" type="presParOf" srcId="{03058130-F676-4081-83E7-0104322E0784}" destId="{F69F67E7-ECBB-456E-9E3A-8A8A5C8F06AE}" srcOrd="29" destOrd="0" presId="urn:microsoft.com/office/officeart/2005/8/layout/list1"/>
    <dgm:cxn modelId="{F9679BC3-E979-4E01-9B63-2EFD8DB5B6D3}" type="presParOf" srcId="{03058130-F676-4081-83E7-0104322E0784}" destId="{6314EA67-129A-4660-963C-839891131D24}" srcOrd="30" destOrd="0" presId="urn:microsoft.com/office/officeart/2005/8/layout/list1"/>
    <dgm:cxn modelId="{4D08B8FC-C669-4F47-A94E-26091F4F769C}" type="presParOf" srcId="{03058130-F676-4081-83E7-0104322E0784}" destId="{22B142FC-180F-4B41-873C-3D7484FB0DD5}" srcOrd="31" destOrd="0" presId="urn:microsoft.com/office/officeart/2005/8/layout/list1"/>
    <dgm:cxn modelId="{9CA096A9-0980-4794-9916-39860D8A21D1}" type="presParOf" srcId="{03058130-F676-4081-83E7-0104322E0784}" destId="{EF65F277-95EF-4663-BF08-17E2F1EFAFAC}" srcOrd="32" destOrd="0" presId="urn:microsoft.com/office/officeart/2005/8/layout/list1"/>
    <dgm:cxn modelId="{21E8EF24-BFB5-4E4A-ADC6-9E37571AFACF}" type="presParOf" srcId="{EF65F277-95EF-4663-BF08-17E2F1EFAFAC}" destId="{015FD924-0D39-4614-A2F7-55D6A9155604}" srcOrd="0" destOrd="0" presId="urn:microsoft.com/office/officeart/2005/8/layout/list1"/>
    <dgm:cxn modelId="{63AC94E1-676C-462D-B7EE-6E8F6C8B43D6}" type="presParOf" srcId="{EF65F277-95EF-4663-BF08-17E2F1EFAFAC}" destId="{003C0374-CE9B-455C-8D6F-F81472A96F32}" srcOrd="1" destOrd="0" presId="urn:microsoft.com/office/officeart/2005/8/layout/list1"/>
    <dgm:cxn modelId="{49E5EC51-C1E5-44AC-A017-1789ED7ECF40}" type="presParOf" srcId="{03058130-F676-4081-83E7-0104322E0784}" destId="{D9685FE3-DAD2-45B4-A860-E86804490637}" srcOrd="33" destOrd="0" presId="urn:microsoft.com/office/officeart/2005/8/layout/list1"/>
    <dgm:cxn modelId="{45E365DD-1945-443E-A3FD-76F805123E98}" type="presParOf" srcId="{03058130-F676-4081-83E7-0104322E0784}" destId="{9259762F-032B-4DA8-908A-621665C999B8}" srcOrd="34" destOrd="0" presId="urn:microsoft.com/office/officeart/2005/8/layout/list1"/>
    <dgm:cxn modelId="{1E98412C-32D0-4093-A1F7-782BA997292C}" type="presParOf" srcId="{03058130-F676-4081-83E7-0104322E0784}" destId="{12AA8995-0940-4A2A-BD92-970EC3F06F57}" srcOrd="35" destOrd="0" presId="urn:microsoft.com/office/officeart/2005/8/layout/list1"/>
    <dgm:cxn modelId="{FE9163F0-64F1-4D9E-A066-4A4DFD438AED}" type="presParOf" srcId="{03058130-F676-4081-83E7-0104322E0784}" destId="{67CEBC56-B3AD-4812-B024-8613F564B016}" srcOrd="36" destOrd="0" presId="urn:microsoft.com/office/officeart/2005/8/layout/list1"/>
    <dgm:cxn modelId="{12C3D2F9-506C-4493-AC56-054F169BA7E0}" type="presParOf" srcId="{67CEBC56-B3AD-4812-B024-8613F564B016}" destId="{2F779901-A6C7-44D9-AD0D-4D2FBC4F62DC}" srcOrd="0" destOrd="0" presId="urn:microsoft.com/office/officeart/2005/8/layout/list1"/>
    <dgm:cxn modelId="{6609CDD0-E94E-450C-89B8-8BCC8B161D89}" type="presParOf" srcId="{67CEBC56-B3AD-4812-B024-8613F564B016}" destId="{B8B0DF84-B333-40EF-BCFB-CDBE30FA8107}" srcOrd="1" destOrd="0" presId="urn:microsoft.com/office/officeart/2005/8/layout/list1"/>
    <dgm:cxn modelId="{9114977B-CFEB-4B5E-AD41-BB671D82034F}" type="presParOf" srcId="{03058130-F676-4081-83E7-0104322E0784}" destId="{32CDA825-CC41-4051-87AC-999B50681573}" srcOrd="37" destOrd="0" presId="urn:microsoft.com/office/officeart/2005/8/layout/list1"/>
    <dgm:cxn modelId="{6DB5B450-C315-4841-9F99-FA25CB3DE43A}" type="presParOf" srcId="{03058130-F676-4081-83E7-0104322E0784}" destId="{54EEE7F9-7B2E-4144-992A-016A0E728077}" srcOrd="3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graphic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graphic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graphic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graphic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e9b1e6126865425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f48b8cb724a89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104858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c8694ec56f4481b" /><Relationship Type="http://schemas.openxmlformats.org/officeDocument/2006/relationships/image" Target="/ppt/media/image2.png" Id="R77698716afb34563" /><Relationship Type="http://schemas.openxmlformats.org/officeDocument/2006/relationships/image" Target="/ppt/media/image3.png" Id="R5d9abcf900aa4769" /><Relationship Type="http://schemas.openxmlformats.org/officeDocument/2006/relationships/theme" Target="/ppt/slideMasters/theme/theme2.xml" Id="R927543431ee54831" /><Relationship Type="http://schemas.openxmlformats.org/officeDocument/2006/relationships/slideLayout" Target="/ppt/slideLayouts/slideLayout5.xml" Id="R1feb43e169924678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"/>
          <p:cNvPicPr>
            <a:picLocks noChangeAspect="1"/>
          </p:cNvPicPr>
          <p:nvPr userDrawn="1"/>
        </p:nvPicPr>
        <p:blipFill>
          <a:blip r:embed="R0c8694ec56f4481b"/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1048576" name="Rectangle 6"/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97153" name="Picture 4" descr="LTIMindtree logo in transparent PNG and vectorized SVG formats"/>
          <p:cNvPicPr>
            <a:picLocks noChangeAspect="1" noChangeArrowheads="1"/>
          </p:cNvPicPr>
          <p:nvPr userDrawn="1"/>
        </p:nvPicPr>
        <p:blipFill>
          <a:blip r:embed="R77698716afb34563"/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1048578" name="Title Placeholder 1"/>
          <p:cNvSpPr txBox="1"/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048579" name="Text Placeholder 2"/>
          <p:cNvSpPr txBox="1"/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048580" name="Text Placeholder 2"/>
          <p:cNvSpPr txBox="1"/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2097154" name="Picture 12"/>
          <p:cNvPicPr>
            <a:picLocks noChangeAspect="1"/>
          </p:cNvPicPr>
          <p:nvPr userDrawn="1"/>
        </p:nvPicPr>
        <p:blipFill>
          <a:blip r:embed="R5d9abcf900aa4769"/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1feb43e16992467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173224b4acf6469e" /><Relationship Type="http://schemas.openxmlformats.org/officeDocument/2006/relationships/image" Target="/ppt/media/image5.png" Id="R2da9842934a74782" /><Relationship Type="http://schemas.openxmlformats.org/officeDocument/2006/relationships/slideLayout" Target="/ppt/slideLayouts/slideLayout5.xml" Id="R0f4da510653d41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74d22c50a64d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427c18df5fa42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cef45280a449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6efc78f355046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88a4abb28d846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2164a05137041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83dcc1f07d948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diagramData" Target="/ppt/graphics/data1.xml" Id="R8f819c1af5914ca7" /><Relationship Type="http://schemas.openxmlformats.org/officeDocument/2006/relationships/diagramLayout" Target="/ppt/graphics/layout1.xml" Id="R846e88c535c44fc0" /><Relationship Type="http://schemas.openxmlformats.org/officeDocument/2006/relationships/diagramQuickStyle" Target="/ppt/graphics/quickStyle1.xml" Id="Rb0ce3ddf3c594145" /><Relationship Type="http://schemas.openxmlformats.org/officeDocument/2006/relationships/diagramColors" Target="/ppt/graphics/colors1.xml" Id="R97bec030a3ab451c" /><Relationship Type="http://schemas.openxmlformats.org/officeDocument/2006/relationships/slideLayout" Target="/ppt/slideLayouts/slideLayout5.xml" Id="Rd77cb21efae44b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4.png" Id="R1dd41c61a5f34164" /><Relationship Type="http://schemas.openxmlformats.org/officeDocument/2006/relationships/image" Target="/ppt/media/image5.png" Id="Ra75978c827884046" /><Relationship Type="http://schemas.openxmlformats.org/officeDocument/2006/relationships/slideLayout" Target="/ppt/slideLayouts/slideLayout5.xml" Id="R8e186fa1d6a544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a215faf02046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89f22edf1640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63ed452dfb74b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076c8b678ba4a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355687b4f041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66321536de24e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fb5f59fa32f4a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diagramData" Target="/ppt/graphics/data2.xml" Id="Rd85896f158b6456e" /><Relationship Type="http://schemas.openxmlformats.org/officeDocument/2006/relationships/diagramLayout" Target="/ppt/graphics/layout2.xml" Id="R3d68ed143e4843ad" /><Relationship Type="http://schemas.openxmlformats.org/officeDocument/2006/relationships/diagramQuickStyle" Target="/ppt/graphics/quickStyle2.xml" Id="Rfea529bae01d48de" /><Relationship Type="http://schemas.openxmlformats.org/officeDocument/2006/relationships/diagramColors" Target="/ppt/graphics/colors2.xml" Id="Rf5c9caa7047f41ae" /><Relationship Type="http://schemas.openxmlformats.org/officeDocument/2006/relationships/slideLayout" Target="/ppt/slideLayouts/slideLayout5.xml" Id="R29f928e3b84847f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04858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3145728" name="Straight Connector 14"/>
          <p:cNvCxnSpPr>
            <a:cxnSpLocks/>
          </p:cNvCxnSpPr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5" name="Rectangle: Rounded Corners 15"/>
          <p:cNvSpPr/>
          <p:nvPr/>
        </p:nvSpPr>
        <p:spPr>
          <a:xfrm>
            <a:off x="4125951" y="1177578"/>
            <a:ext cx="3033131" cy="45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180236" y="1659822"/>
            <a:ext cx="11428184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</a:pPr>
            <a:r>
              <a:rPr sz="3600" i="0" dirty="0">
                <a:solidFill>
                  <a:schemeClr val="bg1"/>
                </a:solidFill>
                <a:latin typeface="Calibri"/>
              </a:rPr>
              <a:t>Review II</a:t>
            </a:r>
          </a:p>
          <a:p>
            <a:pPr algn="ctr">
              <a:spcAft>
                <a:spcPts val="400"/>
              </a:spcAft>
            </a:pPr>
            <a:r>
              <a:rPr sz="3600" i="0" dirty="0">
                <a:solidFill>
                  <a:schemeClr val="bg1"/>
                </a:solidFill>
                <a:latin typeface="Calibri"/>
              </a:rPr>
              <a:t>Troubleshooting Assistance Through</a:t>
            </a:r>
            <a:r>
              <a:rPr lang="en-US" sz="3600" i="0" dirty="0">
                <a:solidFill>
                  <a:schemeClr val="bg1"/>
                </a:solidFill>
                <a:latin typeface="Calibri"/>
              </a:rPr>
              <a:t> Industrial</a:t>
            </a:r>
            <a:endParaRPr sz="3600" i="0" dirty="0">
              <a:solidFill>
                <a:schemeClr val="bg1"/>
              </a:solidFill>
              <a:latin typeface="Calibri"/>
            </a:endParaRPr>
          </a:p>
          <a:p>
            <a:pPr algn="ctr">
              <a:spcAft>
                <a:spcPts val="400"/>
              </a:spcAft>
            </a:pPr>
            <a:r>
              <a:rPr sz="3600" i="0" dirty="0">
                <a:solidFill>
                  <a:schemeClr val="bg1"/>
                </a:solidFill>
                <a:latin typeface="Calibri"/>
              </a:rPr>
              <a:t>Expert Knowledge Retrieval Techniques</a:t>
            </a:r>
            <a:r>
              <a:rPr lang="en-US" sz="3600" i="0" dirty="0">
                <a:solidFill>
                  <a:schemeClr val="bg1"/>
                </a:solidFill>
                <a:latin typeface="Calibri"/>
              </a:rPr>
              <a:t> Using Bounded Agentic-AI</a:t>
            </a:r>
            <a:endParaRPr sz="3600" i="0" dirty="0">
              <a:solidFill>
                <a:schemeClr val="bg1"/>
              </a:solidFill>
              <a:latin typeface="Calibri"/>
            </a:endParaRPr>
          </a:p>
          <a:p>
            <a:endParaRPr sz="3600" b="1" i="0" dirty="0">
              <a:solidFill>
                <a:schemeClr val="bg1"/>
              </a:solidFill>
              <a:latin typeface="Calibri"/>
            </a:endParaRPr>
          </a:p>
          <a:p>
            <a:pPr algn="ctr">
              <a:spcAft>
                <a:spcPts val="400"/>
              </a:spcAft>
            </a:pPr>
            <a:r>
              <a:rPr lang="en-US" sz="2400" b="1" i="0" dirty="0">
                <a:solidFill>
                  <a:schemeClr val="bg1"/>
                </a:solidFill>
                <a:latin typeface="Calibri"/>
              </a:rPr>
              <a:t>T9977 </a:t>
            </a:r>
            <a:endParaRPr sz="2400" b="1" i="0" dirty="0">
              <a:solidFill>
                <a:schemeClr val="bg1"/>
              </a:solidFill>
              <a:latin typeface="Calibri"/>
            </a:endParaRPr>
          </a:p>
          <a:p>
            <a:pPr algn="ctr">
              <a:spcAft>
                <a:spcPts val="400"/>
              </a:spcAft>
            </a:pPr>
            <a:r>
              <a:rPr sz="2400" b="1" i="0" dirty="0">
                <a:solidFill>
                  <a:schemeClr val="bg1"/>
                </a:solidFill>
                <a:latin typeface="Calibri"/>
              </a:rPr>
              <a:t>Aravind Kumaran R</a:t>
            </a:r>
          </a:p>
          <a:p>
            <a:pPr algn="ctr">
              <a:spcAft>
                <a:spcPts val="400"/>
              </a:spcAft>
            </a:pPr>
            <a:r>
              <a:rPr lang="en-US" sz="2400" b="1" i="0" dirty="0">
                <a:solidFill>
                  <a:schemeClr val="bg1"/>
                </a:solidFill>
                <a:latin typeface="Calibri"/>
              </a:rPr>
              <a:t> REC</a:t>
            </a:r>
            <a:endParaRPr sz="2400" b="1" i="0" dirty="0">
              <a:solidFill>
                <a:schemeClr val="bg1"/>
              </a:solidFill>
              <a:latin typeface="Calibri"/>
            </a:endParaRP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97155" name="Picture 7"/>
          <p:cNvPicPr>
            <a:picLocks noChangeAspect="1"/>
          </p:cNvPicPr>
          <p:nvPr/>
        </p:nvPicPr>
        <p:blipFill>
          <a:blip r:embed="R173224b4acf6469e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097156" name="Picture 2" descr="LTIMindtree - Technology Consulting and Digital Solutions Company"/>
          <p:cNvPicPr>
            <a:picLocks noChangeAspect="1" noChangeArrowheads="1"/>
          </p:cNvPicPr>
          <p:nvPr/>
        </p:nvPicPr>
        <p:blipFill>
          <a:blip r:embed="R2da9842934a74782"/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1274" y="1295400"/>
            <a:ext cx="10797246" cy="4427207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</a:t>
            </a:r>
            <a:r>
              <a:rPr b="0" i="0" dirty="0">
                <a:latin typeface="Calibri"/>
              </a:rPr>
              <a:t>Industrial troubleshooting depends on manuals, alarms and expert procedures. Operators need evidence-backed guidance instead of unsupported AI answers.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Calibri"/>
              </a:rPr>
              <a:t>• The system supports Siemens alarms and ABB motor fault assistance.       Every supported response is linked to approved source pages.</a:t>
            </a:r>
            <a:endParaRPr b="0" dirty="0">
              <a:latin typeface="Calibri"/>
            </a:endParaRPr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IN" b="0" dirty="0">
                <a:latin typeface="Calibri"/>
              </a:rPr>
              <a:t>• </a:t>
            </a:r>
            <a:r>
              <a:rPr lang="en-IN" b="0" dirty="0"/>
              <a:t>Retrieves troubleshooting guidance directly from approved industrial manuals.</a:t>
            </a:r>
          </a:p>
          <a:p>
            <a:pPr marL="0" lvl="0" indent="0">
              <a:buNone/>
            </a:pPr>
            <a:r>
              <a:rPr lang="en-IN" b="0" dirty="0">
                <a:latin typeface="Calibri"/>
              </a:rPr>
              <a:t>• </a:t>
            </a:r>
            <a:r>
              <a:rPr lang="en-IN" b="0" dirty="0"/>
              <a:t>Supports evidence-backed assistance for junior technicians and machine operators.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endParaRPr sz="2400" b="0" i="0" dirty="0">
              <a:latin typeface="Calibri"/>
            </a:endParaRPr>
          </a:p>
        </p:txBody>
      </p:sp>
      <p:sp>
        <p:nvSpPr>
          <p:cNvPr id="1048588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1" i="0">
                <a:latin typeface="Calibri"/>
              </a:rPr>
              <a:t>Introduction</a:t>
            </a:r>
          </a:p>
        </p:txBody>
      </p:sp>
      <p:cxnSp>
        <p:nvCxnSpPr>
          <p:cNvPr id="3145729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9" name="TextBox 3"/>
          <p:cNvSpPr txBox="1"/>
          <p:nvPr/>
        </p:nvSpPr>
        <p:spPr>
          <a:xfrm>
            <a:off x="5510049" y="57036"/>
            <a:ext cx="668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latin typeface="Calibri"/>
              </a:rPr>
              <a:t>Troubleshooting Assistance Through Expert Knowledge Retrieval</a:t>
            </a:r>
            <a:endParaRPr sz="1800" b="1" i="1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569721"/>
            <a:ext cx="11090184" cy="4096521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Calibri"/>
              </a:rPr>
              <a:t>• Convert industrial manuals into structured troubleshooting knowledge.</a:t>
            </a:r>
            <a:endParaRPr lang="en-US" b="0" dirty="0">
              <a:solidFill>
                <a:srgbClr val="5583D1"/>
              </a:solidFill>
            </a:endParaRP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Calibri"/>
              </a:rPr>
              <a:t>• Retrieve exact alarms and relevant symptom records from approved sources.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Calibri"/>
              </a:rPr>
              <a:t>• Generate simple operator-facing answers only from retrieved evidence.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Calibri"/>
              </a:rPr>
              <a:t>• Preserve source-page traceability for every supported response.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Calibri"/>
              </a:rPr>
              <a:t>• Prevent diagnosis confirmation and automatic execution without review.</a:t>
            </a:r>
          </a:p>
        </p:txBody>
      </p:sp>
      <p:sp>
        <p:nvSpPr>
          <p:cNvPr id="1048591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1" i="0">
                <a:latin typeface="Calibri"/>
              </a:rPr>
              <a:t>Objectives</a:t>
            </a:r>
          </a:p>
        </p:txBody>
      </p:sp>
      <p:cxnSp>
        <p:nvCxnSpPr>
          <p:cNvPr id="3145730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2" name="TextBox 3"/>
          <p:cNvSpPr txBox="1"/>
          <p:nvPr/>
        </p:nvSpPr>
        <p:spPr>
          <a:xfrm>
            <a:off x="4958255" y="57036"/>
            <a:ext cx="723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1" i="1" dirty="0">
                <a:latin typeface="Calibri"/>
              </a:rPr>
              <a:t>Troubleshooting Assistance Through Expert Knowledge Retrieval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0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497729"/>
            <a:ext cx="10624338" cy="218055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IN" b="0" dirty="0">
                <a:latin typeface="Calibri"/>
              </a:rPr>
              <a:t>• </a:t>
            </a:r>
            <a:r>
              <a:rPr b="0" i="0" dirty="0">
                <a:latin typeface="Calibri"/>
              </a:rPr>
              <a:t>Knowledge ingestion 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Calibri"/>
              </a:rPr>
              <a:t>• enterprise retrieval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Calibri"/>
              </a:rPr>
              <a:t>• evidence gates 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Calibri"/>
              </a:rPr>
              <a:t>• grounded LLM 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Calibri"/>
              </a:rPr>
              <a:t>• React UI</a:t>
            </a:r>
          </a:p>
        </p:txBody>
      </p:sp>
      <p:sp>
        <p:nvSpPr>
          <p:cNvPr id="1048594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sz="3600" b="1" i="0">
                <a:latin typeface="Calibri"/>
              </a:rPr>
              <a:t>Implemented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45731" name="Straight Connector 3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5" name="TextBox 5"/>
          <p:cNvSpPr txBox="1"/>
          <p:nvPr/>
        </p:nvSpPr>
        <p:spPr>
          <a:xfrm>
            <a:off x="5675587" y="57036"/>
            <a:ext cx="651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1" i="1" dirty="0">
                <a:latin typeface="Calibri"/>
              </a:rPr>
              <a:t>Troubleshooting Assistance Through Expert Knowledge Retrieval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568671"/>
            <a:ext cx="10624338" cy="3845537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Parse manuals into source-linked sections and records.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Prepare BGE-small embeddings and NPZ vector stores.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Route requests by manufacturer, alarm number and symptom.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Assess evidence sufficiency and semantic relevance before synthesis.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Use </a:t>
            </a:r>
            <a:r>
              <a:rPr sz="2400" b="0" i="0" dirty="0" err="1">
                <a:latin typeface="Calibri"/>
              </a:rPr>
              <a:t>Ollama</a:t>
            </a:r>
            <a:r>
              <a:rPr sz="2400" b="0" i="0" dirty="0">
                <a:latin typeface="Calibri"/>
              </a:rPr>
              <a:t> - llama3.2:3b only after grounded evidence is ready.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IN" sz="2400" b="0" dirty="0">
                <a:latin typeface="Calibri"/>
              </a:rPr>
              <a:t>• </a:t>
            </a:r>
            <a:r>
              <a:rPr lang="en-IN" sz="2400" b="0" dirty="0">
                <a:latin typeface="+mn-lt"/>
              </a:rPr>
              <a:t>Combine exact-match and semantic retrieval based on the type of technical query.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IN" sz="2400" b="0" dirty="0">
                <a:latin typeface="Calibri"/>
              </a:rPr>
              <a:t>• </a:t>
            </a:r>
            <a:r>
              <a:rPr lang="en-IN" sz="2400" b="0" dirty="0">
                <a:latin typeface="+mn-lt"/>
              </a:rPr>
              <a:t>Verify generated responses before presenting them as technician-review guidance.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endParaRPr sz="2400" b="0" i="0" dirty="0">
              <a:latin typeface="Calibri"/>
            </a:endParaRPr>
          </a:p>
        </p:txBody>
      </p:sp>
      <p:sp>
        <p:nvSpPr>
          <p:cNvPr id="1048597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sz="3600" b="1" i="0">
                <a:latin typeface="Calibri"/>
              </a:rPr>
              <a:t>Methodology / Modeling Plan</a:t>
            </a:r>
          </a:p>
        </p:txBody>
      </p:sp>
      <p:cxnSp>
        <p:nvCxnSpPr>
          <p:cNvPr id="3145732" name="Straight Connector 4"/>
          <p:cNvCxnSpPr>
            <a:cxnSpLocks/>
          </p:cNvCxnSpPr>
          <p:nvPr/>
        </p:nvCxnSpPr>
        <p:spPr>
          <a:xfrm>
            <a:off x="255996" y="126479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8" name="TextBox 3"/>
          <p:cNvSpPr txBox="1"/>
          <p:nvPr/>
        </p:nvSpPr>
        <p:spPr>
          <a:xfrm>
            <a:off x="5336629" y="57036"/>
            <a:ext cx="685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1" i="1" dirty="0">
                <a:latin typeface="Calibri"/>
              </a:rPr>
              <a:t>Troubleshooting Assistance Through Expert Knowledge Retrieval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25053"/>
            <a:ext cx="10624338" cy="4512803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Siemens diagnostics manual: 2,517 sections and 2,888 BGE chunks.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ABB LV Motors </a:t>
            </a:r>
            <a:r>
              <a:rPr sz="2400" b="0" i="0" dirty="0" err="1">
                <a:latin typeface="Calibri"/>
              </a:rPr>
              <a:t>RevH</a:t>
            </a:r>
            <a:r>
              <a:rPr sz="2400" b="0" i="0" dirty="0">
                <a:latin typeface="Calibri"/>
              </a:rPr>
              <a:t>: 54 records and 162 evidence spans.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Alarm numbers, symptoms, causes, remedies and pages are preserved.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SHA-256 and registry checks protect source-artifact identity.</a:t>
            </a:r>
          </a:p>
          <a:p>
            <a:pPr marL="0" lvl="0" indent="0">
              <a:buNone/>
            </a:pPr>
            <a:r>
              <a:rPr sz="2400" b="0" i="0" dirty="0">
                <a:latin typeface="Calibri"/>
              </a:rPr>
              <a:t>•  </a:t>
            </a:r>
            <a:r>
              <a:rPr lang="en-IN" sz="2400" b="0" dirty="0"/>
              <a:t>PDF Ingestion &amp; Text Extraction</a:t>
            </a:r>
          </a:p>
          <a:p>
            <a:pPr marL="0" lvl="0" indent="0">
              <a:buNone/>
            </a:pPr>
            <a:r>
              <a:rPr lang="en-IN" sz="2400" b="0" dirty="0">
                <a:latin typeface="Calibri"/>
              </a:rPr>
              <a:t>• </a:t>
            </a:r>
            <a:r>
              <a:rPr lang="en-IN" sz="2400" b="0" dirty="0"/>
              <a:t>Text Normalization &amp; Section-Aware Parsing</a:t>
            </a:r>
          </a:p>
          <a:p>
            <a:pPr marL="0" lvl="0" indent="0">
              <a:buNone/>
            </a:pPr>
            <a:r>
              <a:rPr lang="en-IN" sz="2400" b="0" dirty="0">
                <a:latin typeface="Calibri"/>
              </a:rPr>
              <a:t>• </a:t>
            </a:r>
            <a:r>
              <a:rPr lang="en-IN" sz="2400" b="0" dirty="0"/>
              <a:t>Troubleshooting Record Structuring</a:t>
            </a:r>
          </a:p>
          <a:p>
            <a:pPr marL="0" lvl="0" indent="0">
              <a:buNone/>
            </a:pPr>
            <a:r>
              <a:rPr lang="en-IN" sz="2400" b="0" dirty="0">
                <a:latin typeface="Calibri"/>
              </a:rPr>
              <a:t>• </a:t>
            </a:r>
            <a:r>
              <a:rPr lang="en-IN" sz="2400" b="0" dirty="0"/>
              <a:t>Metadata / Source Provenance Mapping</a:t>
            </a:r>
          </a:p>
          <a:p>
            <a:pPr marL="0" lvl="0" indent="0">
              <a:buNone/>
            </a:pPr>
            <a:r>
              <a:rPr lang="en-IN" sz="2400" b="0" dirty="0">
                <a:latin typeface="Calibri"/>
              </a:rPr>
              <a:t>• </a:t>
            </a:r>
            <a:r>
              <a:rPr lang="en-IN" sz="2400" b="0" dirty="0"/>
              <a:t>Embedding Generation &amp; Vector Indexing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endParaRPr sz="2400" b="0" i="0" dirty="0">
              <a:latin typeface="Calibri"/>
            </a:endParaRPr>
          </a:p>
        </p:txBody>
      </p:sp>
      <p:sp>
        <p:nvSpPr>
          <p:cNvPr id="1048600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sz="3600" b="1" i="0">
                <a:latin typeface="Calibri"/>
              </a:rPr>
              <a:t>Data Preprocessing &amp; EDA</a:t>
            </a:r>
          </a:p>
        </p:txBody>
      </p:sp>
      <p:cxnSp>
        <p:nvCxnSpPr>
          <p:cNvPr id="3145733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1" name="TextBox 3"/>
          <p:cNvSpPr txBox="1"/>
          <p:nvPr/>
        </p:nvSpPr>
        <p:spPr>
          <a:xfrm>
            <a:off x="5746531" y="57036"/>
            <a:ext cx="644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1" i="1" dirty="0">
                <a:latin typeface="Calibri"/>
              </a:rPr>
              <a:t>Troubleshooting Assistance Through Expert Knowledge Retrieval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418897"/>
            <a:ext cx="10686324" cy="4440875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 dirty="0">
                <a:latin typeface="Calibri"/>
              </a:rPr>
              <a:t>• </a:t>
            </a:r>
            <a:r>
              <a:rPr b="0" i="0" dirty="0">
                <a:latin typeface="+mn-lt"/>
              </a:rPr>
              <a:t>Backend: </a:t>
            </a:r>
            <a:r>
              <a:rPr b="0" i="0" dirty="0" err="1">
                <a:latin typeface="+mn-lt"/>
              </a:rPr>
              <a:t>FastAPI</a:t>
            </a:r>
            <a:r>
              <a:rPr b="0" i="0" dirty="0">
                <a:latin typeface="+mn-lt"/>
              </a:rPr>
              <a:t> service with bounded agent dispatcher.</a:t>
            </a: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+mn-lt"/>
              </a:rPr>
              <a:t>• Retrieval: exact alarm matching plus semantic vector search.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+mn-lt"/>
              </a:rPr>
              <a:t>• Embeddings: BAAI/bge-small-en-v1.5 with 384-dimensional vectors.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+mn-lt"/>
              </a:rPr>
              <a:t>• LLM: local </a:t>
            </a:r>
            <a:r>
              <a:rPr b="0" i="0" dirty="0" err="1">
                <a:latin typeface="+mn-lt"/>
              </a:rPr>
              <a:t>Ollama</a:t>
            </a:r>
            <a:r>
              <a:rPr b="0" i="0" dirty="0">
                <a:latin typeface="+mn-lt"/>
              </a:rPr>
              <a:t> llama3.2:3b with no paid API dependency.</a:t>
            </a: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b="0" i="0" dirty="0">
                <a:latin typeface="+mn-lt"/>
              </a:rPr>
              <a:t>• Frontend: React + Vite with Simple View and Technical Details.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IN" b="0" dirty="0">
                <a:latin typeface="+mn-lt"/>
              </a:rPr>
              <a:t>• Bounded Agentic AI Controller routes each user issue to approved retrieval workflows and selects ANSWER, CLARIFY, ABSTAIN, or ESCALATE.</a:t>
            </a:r>
            <a:endParaRPr b="0" i="0" dirty="0">
              <a:latin typeface="+mn-lt"/>
            </a:endParaRPr>
          </a:p>
        </p:txBody>
      </p:sp>
      <p:sp>
        <p:nvSpPr>
          <p:cNvPr id="104860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sz="3600" b="1" i="0">
                <a:latin typeface="Calibri"/>
              </a:rPr>
              <a:t>Approach / Algorithms / Tools</a:t>
            </a:r>
          </a:p>
        </p:txBody>
      </p:sp>
      <p:cxnSp>
        <p:nvCxnSpPr>
          <p:cNvPr id="3145734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4" name="TextBox 3"/>
          <p:cNvSpPr txBox="1"/>
          <p:nvPr/>
        </p:nvSpPr>
        <p:spPr>
          <a:xfrm>
            <a:off x="5628291" y="57036"/>
            <a:ext cx="656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1" i="1" dirty="0">
                <a:latin typeface="Calibri"/>
              </a:rPr>
              <a:t>Troubleshooting Assistance Through Expert Knowledge Retrieval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576554"/>
            <a:ext cx="10624338" cy="3310756"/>
          </a:xfrm>
        </p:spPr>
        <p:txBody>
          <a:bodyPr wrap="square"/>
          <a:lstStyle/>
          <a:p>
            <a:pPr marL="0" lvl="0" indent="0">
              <a:buNone/>
            </a:pPr>
            <a:r>
              <a:rPr sz="2400" b="0" i="0" dirty="0">
                <a:latin typeface="Calibri"/>
              </a:rPr>
              <a:t>• </a:t>
            </a:r>
            <a:r>
              <a:rPr lang="en-IN" b="0" dirty="0">
                <a:latin typeface="+mn-lt"/>
              </a:rPr>
              <a:t>Industrial manual ingestion and structured evidence preparation – Completed</a:t>
            </a:r>
          </a:p>
          <a:p>
            <a:pPr lvl="0"/>
            <a:r>
              <a:rPr lang="en-IN" b="0" dirty="0">
                <a:latin typeface="+mn-lt"/>
              </a:rPr>
              <a:t>Exact and semantic evidence retrieval with source traceability – Completed</a:t>
            </a:r>
          </a:p>
          <a:p>
            <a:pPr lvl="0"/>
            <a:r>
              <a:rPr lang="en-IN" b="0" dirty="0">
                <a:latin typeface="+mn-lt"/>
              </a:rPr>
              <a:t>RAG-based grounded LLM response generation – Completed</a:t>
            </a:r>
          </a:p>
          <a:p>
            <a:pPr lvl="0"/>
            <a:r>
              <a:rPr lang="en-IN" b="0" dirty="0">
                <a:latin typeface="+mn-lt"/>
              </a:rPr>
              <a:t>Deterministic verification and safety controls – Completed</a:t>
            </a:r>
          </a:p>
          <a:p>
            <a:pPr lvl="0"/>
            <a:r>
              <a:rPr lang="en-IN" b="0" dirty="0">
                <a:latin typeface="+mn-lt"/>
              </a:rPr>
              <a:t>Bounded Agentic AI orchestration – In Progress</a:t>
            </a:r>
          </a:p>
          <a:p>
            <a:pPr lvl="0"/>
            <a:r>
              <a:rPr lang="en-IN" b="0" dirty="0">
                <a:latin typeface="+mn-lt"/>
              </a:rPr>
              <a:t>Technician-facing UI and source-page viewing – Implemented</a:t>
            </a:r>
          </a:p>
          <a:p>
            <a:pPr lvl="0"/>
            <a:r>
              <a:rPr lang="en-IN" b="0" dirty="0">
                <a:latin typeface="+mn-lt"/>
              </a:rPr>
              <a:t>Evaluation, reliability validation, and final integration – Pending</a:t>
            </a:r>
          </a:p>
        </p:txBody>
      </p:sp>
      <p:sp>
        <p:nvSpPr>
          <p:cNvPr id="1048606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sz="3600" b="1" i="0">
                <a:latin typeface="Calibri"/>
              </a:rPr>
              <a:t>Project Plan / Milestones Progress</a:t>
            </a:r>
          </a:p>
        </p:txBody>
      </p:sp>
      <p:cxnSp>
        <p:nvCxnSpPr>
          <p:cNvPr id="3145735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7" name="TextBox 3"/>
          <p:cNvSpPr txBox="1"/>
          <p:nvPr/>
        </p:nvSpPr>
        <p:spPr>
          <a:xfrm>
            <a:off x="5210503" y="57036"/>
            <a:ext cx="698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1" i="1" dirty="0">
                <a:latin typeface="Calibri"/>
              </a:rPr>
              <a:t>Troubleshooting Assistance Through Expert Knowledge Retrieval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sz="3600" b="1" i="0">
                <a:latin typeface="Calibri"/>
              </a:rPr>
              <a:t>Pipeline Structure</a:t>
            </a:r>
          </a:p>
        </p:txBody>
      </p:sp>
      <p:cxnSp>
        <p:nvCxnSpPr>
          <p:cNvPr id="3145736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0" name="TextBox 3"/>
          <p:cNvSpPr txBox="1"/>
          <p:nvPr/>
        </p:nvSpPr>
        <p:spPr>
          <a:xfrm>
            <a:off x="5431221" y="57036"/>
            <a:ext cx="676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800" b="1" i="1" dirty="0">
                <a:latin typeface="Calibri"/>
              </a:rPr>
              <a:t>Troubleshooting Assistance Through Expert Knowledge Retrieval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F21E083-8628-7999-C7E4-347660A251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2565083"/>
              </p:ext>
            </p:extLst>
          </p:nvPr>
        </p:nvGraphicFramePr>
        <p:xfrm>
          <a:off x="2032000" y="1443791"/>
          <a:ext cx="8026400" cy="4694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8f819c1af5914ca7" r:lo="R846e88c535c44fc0" r:qs="Rb0ce3ddf3c594145" r:cs="R97bec030a3ab451c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04858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3145728" name="Straight Connector 14"/>
          <p:cNvCxnSpPr>
            <a:cxnSpLocks/>
          </p:cNvCxnSpPr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5" name="Rectangle: Rounded Corners 15"/>
          <p:cNvSpPr/>
          <p:nvPr/>
        </p:nvSpPr>
        <p:spPr>
          <a:xfrm>
            <a:off x="4125951" y="1177578"/>
            <a:ext cx="3033131" cy="45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180236" y="1659822"/>
            <a:ext cx="11428184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</a:pPr>
            <a:r>
              <a:rPr sz="3600" b="0" i="0">
                <a:latin typeface="Calibri"/>
              </a:rPr>
              <a:t>Review II</a:t>
            </a:r>
          </a:p>
          <a:p>
            <a:pPr algn="ctr">
              <a:spcAft>
                <a:spcPts val="400"/>
              </a:spcAft>
            </a:pPr>
            <a:r>
              <a:rPr sz="3600" b="0" i="0">
                <a:latin typeface="Calibri"/>
              </a:rPr>
              <a:t>Construction Operations Planning and</a:t>
            </a:r>
          </a:p>
          <a:p>
            <a:pPr algn="ctr">
              <a:spcAft>
                <a:spcPts val="400"/>
              </a:spcAft>
            </a:pPr>
            <a:r>
              <a:rPr sz="3600" b="0" i="0">
                <a:latin typeface="Calibri"/>
              </a:rPr>
              <a:t>Resource Allocation Using Agentic AI</a:t>
            </a:r>
          </a:p>
          <a:p>
            <a:pPr algn="ctr">
              <a:spcAft>
                <a:spcPts val="0"/>
              </a:spcAft>
            </a:pPr>
            <a:r>
              <a:rPr sz="600" b="0" i="0">
                <a:latin typeface="Calibri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2400" b="1" i="0">
                <a:latin typeface="Calibri"/>
              </a:rPr>
              <a:t>T9977 </a:t>
            </a:r>
          </a:p>
          <a:p>
            <a:pPr algn="ctr">
              <a:spcAft>
                <a:spcPts val="400"/>
              </a:spcAft>
            </a:pPr>
            <a:r>
              <a:rPr sz="2400" b="1" i="0">
                <a:latin typeface="Calibri"/>
              </a:rPr>
              <a:t>Aravind Kumaran R</a:t>
            </a:r>
          </a:p>
          <a:p>
            <a:pPr algn="ctr">
              <a:spcAft>
                <a:spcPts val="400"/>
              </a:spcAft>
            </a:pPr>
            <a:r>
              <a:rPr sz="2400" b="1" i="0">
                <a:latin typeface="Calibri"/>
              </a:rPr>
              <a:t> REC</a:t>
            </a: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97155" name="Picture 7"/>
          <p:cNvPicPr>
            <a:picLocks noChangeAspect="1"/>
          </p:cNvPicPr>
          <p:nvPr/>
        </p:nvPicPr>
        <p:blipFill>
          <a:blip r:embed="R1dd41c61a5f34164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097156" name="Picture 2" descr="LTIMindtree - Technology Consulting and Digital Solutions Company"/>
          <p:cNvPicPr>
            <a:picLocks noChangeAspect="1" noChangeArrowheads="1"/>
          </p:cNvPicPr>
          <p:nvPr/>
        </p:nvPicPr>
        <p:blipFill>
          <a:blip r:embed="Ra75978c827884046"/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1274" y="1295400"/>
            <a:ext cx="10797246" cy="4427207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>
                <a:latin typeface="Calibri"/>
              </a:rPr>
              <a:t>Construction projects require coordinated planning of labour, equipment, materials, time and cost.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Delays often occur due to resource clashes, dependency gaps and manual schedule changes.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Agentic AI can support planning decisions through task, dependency and resource analysis.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The system aims to provide allocation suggestions, conflict alerts and schedule recommendations.</a:t>
            </a:r>
          </a:p>
        </p:txBody>
      </p:sp>
      <p:sp>
        <p:nvSpPr>
          <p:cNvPr id="1048588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1" i="0">
                <a:latin typeface="Calibri"/>
              </a:rPr>
              <a:t>Introduction</a:t>
            </a:r>
          </a:p>
        </p:txBody>
      </p:sp>
      <p:cxnSp>
        <p:nvCxnSpPr>
          <p:cNvPr id="3145729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9" name="TextBox 3"/>
          <p:cNvSpPr txBox="1"/>
          <p:nvPr/>
        </p:nvSpPr>
        <p:spPr>
          <a:xfrm>
            <a:off x="5510049" y="57036"/>
            <a:ext cx="668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1">
                <a:latin typeface="Calibri"/>
              </a:rPr>
              <a:t>Construction Planning Using Agentic AI</a:t>
            </a:r>
            <a:endParaRPr sz="1800" b="1" i="1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569721"/>
            <a:ext cx="11090184" cy="4096521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>
                <a:latin typeface="Calibri"/>
              </a:rPr>
              <a:t>Prepare structured inputs for activities, resources, duration and dependencies.</a:t>
            </a:r>
            <a:endParaRPr lang="en-US" b="0" dirty="0">
              <a:solidFill>
                <a:srgbClr val="5583D1"/>
              </a:solidFill>
            </a:endParaRP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Allocate labour, equipment and materials based on availability and task needs.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Identify resource conflicts, dependency issues and possible delay risks.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Generate alternative planning suggestions for project manager review.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Present the final plan in a clear and review-friendly format.</a:t>
            </a:r>
          </a:p>
        </p:txBody>
      </p:sp>
      <p:sp>
        <p:nvSpPr>
          <p:cNvPr id="1048591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1" i="0">
                <a:latin typeface="Calibri"/>
              </a:rPr>
              <a:t>Objectives</a:t>
            </a:r>
          </a:p>
        </p:txBody>
      </p:sp>
      <p:cxnSp>
        <p:nvCxnSpPr>
          <p:cNvPr id="3145730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2" name="TextBox 3"/>
          <p:cNvSpPr txBox="1"/>
          <p:nvPr/>
        </p:nvSpPr>
        <p:spPr>
          <a:xfrm>
            <a:off x="4958255" y="57036"/>
            <a:ext cx="723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1">
                <a:latin typeface="Calibri"/>
              </a:rPr>
              <a:t>Construction Planning Using Agentic 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0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497729"/>
            <a:ext cx="10624338" cy="218055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>
                <a:latin typeface="Calibri"/>
              </a:rPr>
              <a:t>Planning agent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Resource allocation agent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Dependency checking agent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Risk and delay agent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Coordinator agent</a:t>
            </a:r>
          </a:p>
        </p:txBody>
      </p:sp>
      <p:sp>
        <p:nvSpPr>
          <p:cNvPr id="1048594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0"/>
              </a:spcAft>
            </a:pPr>
            <a:r>
              <a:rPr sz="3600" b="1" i="0">
                <a:latin typeface="Calibri"/>
              </a:rPr>
              <a:t>Core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45731" name="Straight Connector 3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5" name="TextBox 5"/>
          <p:cNvSpPr txBox="1"/>
          <p:nvPr/>
        </p:nvSpPr>
        <p:spPr>
          <a:xfrm>
            <a:off x="5675587" y="57036"/>
            <a:ext cx="651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1">
                <a:latin typeface="Calibri"/>
              </a:rPr>
              <a:t>Construction Planning Using Agentic AI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568671"/>
            <a:ext cx="10624338" cy="3845537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>
                <a:latin typeface="Calibri"/>
              </a:rPr>
              <a:t>Collect construction activities with duration, priority and dependency details.</a:t>
            </a:r>
            <a:endParaRPr lang="en-US" sz="2400" b="0" dirty="0">
              <a:solidFill>
                <a:srgbClr val="5583D1"/>
              </a:solidFill>
            </a:endParaRP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Prepare resource availability for labour, equipment and materials.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Apply rule checks for precedence, capacity and allocation conflicts.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Use agentic coordination to assign tasks and revise resource usage.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Generate schedule alternatives when conflicts or delays are detected.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Summarize recommendations for project manager review.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Keep final execution decisions under human supervision.</a:t>
            </a:r>
          </a:p>
        </p:txBody>
      </p:sp>
      <p:sp>
        <p:nvSpPr>
          <p:cNvPr id="1048597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0"/>
              </a:spcAft>
            </a:pPr>
            <a:r>
              <a:rPr sz="3600" b="1" i="0">
                <a:latin typeface="Calibri"/>
              </a:rPr>
              <a:t>Methodology / Modeling Plan</a:t>
            </a:r>
          </a:p>
        </p:txBody>
      </p:sp>
      <p:cxnSp>
        <p:nvCxnSpPr>
          <p:cNvPr id="3145732" name="Straight Connector 4"/>
          <p:cNvCxnSpPr>
            <a:cxnSpLocks/>
          </p:cNvCxnSpPr>
          <p:nvPr/>
        </p:nvCxnSpPr>
        <p:spPr>
          <a:xfrm>
            <a:off x="255996" y="126479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8" name="TextBox 3"/>
          <p:cNvSpPr txBox="1"/>
          <p:nvPr/>
        </p:nvSpPr>
        <p:spPr>
          <a:xfrm>
            <a:off x="5336629" y="57036"/>
            <a:ext cx="685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1">
                <a:latin typeface="Calibri"/>
              </a:rPr>
              <a:t>Construction Planning Using Agentic 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25053"/>
            <a:ext cx="10624338" cy="4512803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>
                <a:latin typeface="Calibri"/>
              </a:rPr>
              <a:t>Project task sheet: activity name, duration, priority and dependencies.</a:t>
            </a:r>
            <a:endParaRPr lang="en-US" sz="2400" b="0" dirty="0">
              <a:solidFill>
                <a:srgbClr val="5583D1"/>
              </a:solidFill>
            </a:endParaRP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Resource sheet: labour, equipment, materials, quantity and availability.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Cost and availability fields are treated as structured planning inputs.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Missing entries and conflicting dependency records are flagged.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Activity Data Cleaning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Dependency Mapping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Resource Availability Structuring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Cost and Duration Normalization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Planning Input Validation</a:t>
            </a:r>
          </a:p>
        </p:txBody>
      </p:sp>
      <p:sp>
        <p:nvSpPr>
          <p:cNvPr id="1048600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0"/>
              </a:spcAft>
            </a:pPr>
            <a:r>
              <a:rPr sz="3600" b="1" i="0">
                <a:latin typeface="Calibri"/>
              </a:rPr>
              <a:t>Data Preprocessing &amp; EDA</a:t>
            </a:r>
          </a:p>
        </p:txBody>
      </p:sp>
      <p:cxnSp>
        <p:nvCxnSpPr>
          <p:cNvPr id="3145733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1" name="TextBox 3"/>
          <p:cNvSpPr txBox="1"/>
          <p:nvPr/>
        </p:nvSpPr>
        <p:spPr>
          <a:xfrm>
            <a:off x="5746531" y="57036"/>
            <a:ext cx="644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1">
                <a:latin typeface="Calibri"/>
              </a:rPr>
              <a:t>Construction Planning Using Agentic 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418897"/>
            <a:ext cx="10686324" cy="4440875"/>
          </a:xfrm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2400" b="0" i="0">
                <a:latin typeface="Calibri"/>
              </a:rPr>
              <a:t>Backend: planned Python / FastAPI service for agent coordination.</a:t>
            </a: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Agentic logic: bounded workflow with planner, allocator and reviewer roles.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Scheduling: dependency-aware task sequencing and capacity checks.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Allocation: rule-based assignment of labour, equipment and materials.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Frontend: planned dashboard for tasks, resources and recommendations.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Storage: CSV / SQLite planning records for review and testing.</a:t>
            </a:r>
          </a:p>
        </p:txBody>
      </p:sp>
      <p:sp>
        <p:nvSpPr>
          <p:cNvPr id="104860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0"/>
              </a:spcAft>
            </a:pPr>
            <a:r>
              <a:rPr sz="3600" b="1" i="0">
                <a:latin typeface="Calibri"/>
              </a:rPr>
              <a:t>Approach / Algorithms / Tools</a:t>
            </a:r>
          </a:p>
        </p:txBody>
      </p:sp>
      <p:cxnSp>
        <p:nvCxnSpPr>
          <p:cNvPr id="3145734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4" name="TextBox 3"/>
          <p:cNvSpPr txBox="1"/>
          <p:nvPr/>
        </p:nvSpPr>
        <p:spPr>
          <a:xfrm>
            <a:off x="5628291" y="57036"/>
            <a:ext cx="656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1">
                <a:latin typeface="Calibri"/>
              </a:rPr>
              <a:t>Construction Planning Using Agentic 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576554"/>
            <a:ext cx="10624338" cy="3310756"/>
          </a:xfrm>
        </p:spPr>
        <p:txBody>
          <a:bodyPr wrap="square"/>
          <a:lstStyle/>
          <a:p>
            <a:pPr marL="0" lvl="0" indent="0" algn="l">
              <a:spcAft>
                <a:spcPts val="400"/>
              </a:spcAft>
              <a:buNone/>
            </a:pPr>
            <a:r>
              <a:rPr sz="2400" b="0" i="0">
                <a:latin typeface="Calibri"/>
              </a:rPr>
              <a:t>Problem definition and construction planning scope – Defined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Activity, resource and dependency input structure – Planned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Agentic workflow for planning and allocation – Planned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Conflict checking and delay-risk identification – Planned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Dashboard for planner-facing recommendations – Planned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Testing with sample construction scenarios – Planned</a:t>
            </a:r>
          </a:p>
          <a:p>
            <a:pPr algn="l">
              <a:spcAft>
                <a:spcPts val="400"/>
              </a:spcAft>
            </a:pPr>
            <a:r>
              <a:rPr sz="2400" b="0" i="0">
                <a:latin typeface="Calibri"/>
              </a:rPr>
              <a:t>Evaluation, documentation and final review preparation – Planned</a:t>
            </a:r>
          </a:p>
        </p:txBody>
      </p:sp>
      <p:sp>
        <p:nvSpPr>
          <p:cNvPr id="1048606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0"/>
              </a:spcAft>
            </a:pPr>
            <a:r>
              <a:rPr sz="3600" b="1" i="0">
                <a:latin typeface="Calibri"/>
              </a:rPr>
              <a:t>Project Plan / Milestones Progress</a:t>
            </a:r>
          </a:p>
        </p:txBody>
      </p:sp>
      <p:cxnSp>
        <p:nvCxnSpPr>
          <p:cNvPr id="3145735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7" name="TextBox 3"/>
          <p:cNvSpPr txBox="1"/>
          <p:nvPr/>
        </p:nvSpPr>
        <p:spPr>
          <a:xfrm>
            <a:off x="5210503" y="57036"/>
            <a:ext cx="698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1">
                <a:latin typeface="Calibri"/>
              </a:rPr>
              <a:t>Construction Planning Using Agentic 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0"/>
              </a:spcAft>
            </a:pPr>
            <a:r>
              <a:rPr sz="3600" b="1" i="0">
                <a:latin typeface="Calibri"/>
              </a:rPr>
              <a:t>Pipeline Structure</a:t>
            </a:r>
          </a:p>
        </p:txBody>
      </p:sp>
      <p:cxnSp>
        <p:nvCxnSpPr>
          <p:cNvPr id="3145736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0" name="TextBox 3"/>
          <p:cNvSpPr txBox="1"/>
          <p:nvPr/>
        </p:nvSpPr>
        <p:spPr>
          <a:xfrm>
            <a:off x="5431221" y="57036"/>
            <a:ext cx="676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1">
                <a:latin typeface="Calibri"/>
              </a:rPr>
              <a:t>Construction Planning Using Agentic AI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F21E083-8628-7999-C7E4-347660A251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2565083"/>
              </p:ext>
            </p:extLst>
          </p:nvPr>
        </p:nvGraphicFramePr>
        <p:xfrm>
          <a:off x="2032000" y="1443791"/>
          <a:ext cx="8026400" cy="4694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d85896f158b6456e" r:lo="R3d68ed143e4843ad" r:qs="Rfea529bae01d48de" r:cs="Rf5c9caa7047f41ae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Aravind Kumaran</lastModifiedBy>
  <revision>1</revision>
  <dcterms:created xsi:type="dcterms:W3CDTF">2024-05-12T23:33:11.0000000Z</dcterms:created>
  <dcterms:modified xsi:type="dcterms:W3CDTF">2026-10-01T06:58:09.4180000Z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