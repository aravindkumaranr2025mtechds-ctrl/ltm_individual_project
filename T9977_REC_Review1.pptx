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FFFFFF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2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104858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1048576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97153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1048578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048579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048580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2097154" name="Picture 1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04858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5" name="Rectangle: Rounded Corners 15"/>
          <p:cNvSpPr/>
          <p:nvPr/>
        </p:nvSpPr>
        <p:spPr>
          <a:xfrm>
            <a:off x="4125951" y="1177578"/>
            <a:ext cx="3033131" cy="45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80236" y="1659821"/>
            <a:ext cx="115825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Trouble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shooting Assistance Through Expert knowledge Retrieval Techniques Using Bounded Agentic AI</a:t>
            </a: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/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Aravindkumaran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R</a:t>
            </a:r>
          </a:p>
          <a:p>
            <a:pPr algn="ctr"/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SE-T9977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REC – 2025 - 2027</a:t>
            </a:r>
          </a:p>
          <a:p>
            <a:pPr lvl="0" algn="ctr"/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/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9715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8" descr="A new chapter begins. I am happy 😊to share that I have joined LTM  (LTIMindtree) as an Associate Trainee. I am very excited to start my  professional journey, learn new things, and">
            <a:extLst>
              <a:ext uri="{FF2B5EF4-FFF2-40B4-BE49-F238E27FC236}">
                <a16:creationId xmlns:a16="http://schemas.microsoft.com/office/drawing/2014/main" id="{0F005677-B52C-4ABE-E8A9-04807569F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9573"/>
            <a:ext cx="1828800" cy="948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7" y="1271220"/>
            <a:ext cx="11601224" cy="461991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The project develops an AI-based industrial troubleshooting assistance system to support technicians and machine operators in identifying and resolving equipment issues and their Queries.</a:t>
            </a:r>
          </a:p>
          <a:p>
            <a:pPr lvl="0"/>
            <a:r>
              <a:rPr lang="en-IN" b="0" dirty="0">
                <a:latin typeface="+mn-lt"/>
              </a:rPr>
              <a:t>It retrieves relevant technical knowledge from stored industrial documents and provides evidence-supported troubleshooting guidance </a:t>
            </a:r>
          </a:p>
          <a:p>
            <a:pPr lvl="0"/>
            <a:r>
              <a:rPr lang="en-IN" b="0" dirty="0">
                <a:latin typeface="+mn-lt"/>
              </a:rPr>
              <a:t>A Bounded Agentic AI framework manages the troubleshooting workflow by understanding the problem, identifying missing information, selecting the appropriate tool, and verifying the retrieved evidence before responding. </a:t>
            </a:r>
          </a:p>
          <a:p>
            <a:pPr lvl="0"/>
            <a:r>
              <a:rPr lang="en-IN" b="0" dirty="0">
                <a:latin typeface="+mn-lt"/>
              </a:rPr>
              <a:t>The system is designed to make troubleshooting faster, safer, more reliable, and easier to use, while preventing unsupported diagnosis and uncontrolled machine actions.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1048588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3145729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9" name="TextBox 3"/>
          <p:cNvSpPr txBox="1"/>
          <p:nvPr/>
        </p:nvSpPr>
        <p:spPr>
          <a:xfrm>
            <a:off x="425887" y="57036"/>
            <a:ext cx="1176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i</a:t>
            </a:r>
            <a:endParaRPr lang="en-US" sz="1800" b="1" i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858781"/>
            <a:ext cx="11826076" cy="4152267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b="0" dirty="0"/>
              <a:t>Preprocess industrial manuals into structured troubleshooting knowledge </a:t>
            </a:r>
          </a:p>
          <a:p>
            <a:pPr lvl="0"/>
            <a:r>
              <a:rPr lang="en-IN" b="0" dirty="0"/>
              <a:t>Retrieve relevant technical evidence using vector embeddings </a:t>
            </a:r>
          </a:p>
          <a:p>
            <a:pPr lvl="0"/>
            <a:r>
              <a:rPr lang="en-IN" b="0" dirty="0"/>
              <a:t>Generate grounded responses through a RAG pipeline </a:t>
            </a:r>
          </a:p>
          <a:p>
            <a:pPr lvl="0"/>
            <a:r>
              <a:rPr lang="en-IN" b="0" dirty="0"/>
              <a:t>Control troubleshooting workflows using Bounded Agentic AI </a:t>
            </a:r>
          </a:p>
          <a:p>
            <a:pPr lvl="0"/>
            <a:r>
              <a:rPr lang="en-IN" b="0" dirty="0"/>
              <a:t>Verify responses with evidence and safety controls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</a:t>
            </a:r>
          </a:p>
        </p:txBody>
      </p:sp>
      <p:cxnSp>
        <p:nvCxnSpPr>
          <p:cNvPr id="3145730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TextBox 3"/>
          <p:cNvSpPr txBox="1"/>
          <p:nvPr/>
        </p:nvSpPr>
        <p:spPr>
          <a:xfrm>
            <a:off x="1738859" y="57036"/>
            <a:ext cx="1045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1274" y="1425874"/>
            <a:ext cx="11970726" cy="4795031"/>
          </a:xfrm>
        </p:spPr>
        <p:txBody>
          <a:bodyPr/>
          <a:lstStyle/>
          <a:p>
            <a:pPr lvl="0"/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IN" dirty="0">
                <a:highlight>
                  <a:srgbClr val="00FFFF"/>
                </a:highlight>
              </a:rPr>
              <a:t> Industrial Query Assistance </a:t>
            </a:r>
            <a:r>
              <a:rPr lang="en-IN" sz="2700" dirty="0"/>
              <a:t>– </a:t>
            </a:r>
            <a:r>
              <a:rPr lang="en-IN" sz="2700" b="0" dirty="0"/>
              <a:t>Supports technicians, machine operators, junior engineers, and apprentices in analysing equipment faults, alarms, and operating issues.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Knowledge-Based Troubleshooting </a:t>
            </a:r>
            <a:r>
              <a:rPr lang="en-IN" b="0" dirty="0"/>
              <a:t>– </a:t>
            </a:r>
            <a:r>
              <a:rPr lang="en-IN" sz="2700" b="0" dirty="0"/>
              <a:t>Retrieves relevant troubleshooting information from structured industrial documents to support accurate decision-making.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Guided Technical Support </a:t>
            </a:r>
            <a:r>
              <a:rPr lang="en-IN" dirty="0"/>
              <a:t>– </a:t>
            </a:r>
            <a:r>
              <a:rPr lang="en-IN" sz="2700" b="0" dirty="0"/>
              <a:t>Provides step-by-step clarification, required checks, and evidence-supported guidance for less-experienced industrial personnel. </a:t>
            </a:r>
          </a:p>
          <a:p>
            <a:pPr lvl="0"/>
            <a:r>
              <a:rPr lang="en-IN" dirty="0">
                <a:highlight>
                  <a:srgbClr val="00FFFF"/>
                </a:highlight>
              </a:rPr>
              <a:t>Safe AI Assistance </a:t>
            </a:r>
            <a:r>
              <a:rPr lang="en-IN" b="0" dirty="0"/>
              <a:t>– </a:t>
            </a:r>
            <a:r>
              <a:rPr lang="en-IN" sz="2700" b="0" dirty="0"/>
              <a:t>Delivers bounded troubleshooting recommendations while excluding unsupported diagnosis, repair execution, and direct machine control.</a:t>
            </a:r>
          </a:p>
          <a:p>
            <a:pPr lvl="0"/>
            <a:endParaRPr lang="en-IN" b="0" dirty="0"/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1048594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</a:t>
            </a:r>
          </a:p>
        </p:txBody>
      </p:sp>
      <p:cxnSp>
        <p:nvCxnSpPr>
          <p:cNvPr id="3145731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5" name="TextBox 3"/>
          <p:cNvSpPr txBox="1"/>
          <p:nvPr/>
        </p:nvSpPr>
        <p:spPr>
          <a:xfrm>
            <a:off x="1903751" y="0"/>
            <a:ext cx="1028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597" name="TextBox 2"/>
          <p:cNvSpPr txBox="1"/>
          <p:nvPr/>
        </p:nvSpPr>
        <p:spPr>
          <a:xfrm>
            <a:off x="255996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3145732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8" name="TextBox 3"/>
          <p:cNvSpPr txBox="1"/>
          <p:nvPr/>
        </p:nvSpPr>
        <p:spPr>
          <a:xfrm>
            <a:off x="1798821" y="0"/>
            <a:ext cx="10393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12EE1-1F9D-B63E-75D0-C539309AF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05506"/>
              </p:ext>
            </p:extLst>
          </p:nvPr>
        </p:nvGraphicFramePr>
        <p:xfrm>
          <a:off x="445415" y="1191633"/>
          <a:ext cx="11554080" cy="5115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76497">
                  <a:extLst>
                    <a:ext uri="{9D8B030D-6E8A-4147-A177-3AD203B41FA5}">
                      <a16:colId xmlns:a16="http://schemas.microsoft.com/office/drawing/2014/main" val="2210408823"/>
                    </a:ext>
                  </a:extLst>
                </a:gridCol>
                <a:gridCol w="3776497">
                  <a:extLst>
                    <a:ext uri="{9D8B030D-6E8A-4147-A177-3AD203B41FA5}">
                      <a16:colId xmlns:a16="http://schemas.microsoft.com/office/drawing/2014/main" val="340481274"/>
                    </a:ext>
                  </a:extLst>
                </a:gridCol>
                <a:gridCol w="4001086">
                  <a:extLst>
                    <a:ext uri="{9D8B030D-6E8A-4147-A177-3AD203B41FA5}">
                      <a16:colId xmlns:a16="http://schemas.microsoft.com/office/drawing/2014/main" val="3029820769"/>
                    </a:ext>
                  </a:extLst>
                </a:gridCol>
              </a:tblGrid>
              <a:tr h="331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Reference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Technical Contribution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Limitation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74469"/>
                  </a:ext>
                </a:extLst>
              </a:tr>
              <a:tr h="132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Guided Operations and Maintenance with RAG – Machine Manufacturer (2026)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Uses manufacturer documentation with RAG to support fault diagnosis, repair, and maintenance guidance.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Focuses mainly on RAG-based assistance; stronger bounded agent control and explicit safety verification are not the central focus.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0461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Ontology-Based RAG Maintenance Assistant (2025)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Combines semantic retrieval, ontology knowledge, and LLMs for maintenance-oriented question answering.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Requires ontology construction and does not primarily address bounded troubleshooting tool execution. 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31150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rgbClr val="0070C0"/>
                          </a:solidFill>
                        </a:rPr>
                        <a:t>LLM-TSFD: Human-in-the-Loop Fault Diagnosis (2025)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Uses LLM-based reasoning with human interaction for industrial fault diagnosis and decision support.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Focuses mainly on time-series fault diagnosis rather than document-based evidence retrieval. 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544945"/>
                  </a:ext>
                </a:extLst>
              </a:tr>
              <a:tr h="1077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Agentic AI for Maintenance Management (2026)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Explores multi-step reasoning, tool orchestration, governance, and controlled AI adoption in maintenance workflows.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0070C0"/>
                          </a:solidFill>
                        </a:rPr>
                        <a:t>Highlights the need for safer autonomy, validation, and governance in real industrial deployment. </a:t>
                      </a:r>
                    </a:p>
                  </a:txBody>
                  <a:tcPr marL="81258" marR="81258" marT="40629" marB="40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0334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A6EBB7-42D9-C40E-7888-DF7F2BC89C56}"/>
              </a:ext>
            </a:extLst>
          </p:cNvPr>
          <p:cNvSpPr txBox="1"/>
          <p:nvPr/>
        </p:nvSpPr>
        <p:spPr>
          <a:xfrm>
            <a:off x="10218822" y="6575336"/>
            <a:ext cx="1500184" cy="515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1936004" cy="3413076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Recent studies show that RAG and semantic retrieval can effectively use technical documents to support industrial maintenance and troubleshooting activities. </a:t>
            </a:r>
          </a:p>
          <a:p>
            <a:pPr lvl="0"/>
            <a:r>
              <a:rPr lang="en-IN" b="0" dirty="0">
                <a:latin typeface="+mn-lt"/>
              </a:rPr>
              <a:t>LLMs and Human-in-the-Loop approaches improve fault interpretation and decision support, especially when user clarification is required. </a:t>
            </a:r>
          </a:p>
          <a:p>
            <a:pPr lvl="0"/>
            <a:r>
              <a:rPr lang="en-IN" b="0" dirty="0">
                <a:latin typeface="+mn-lt"/>
              </a:rPr>
              <a:t>Agentic AI enables multi-step reasoning and tool orchestration, but industrial applications require controlled autonomy and validation. </a:t>
            </a:r>
          </a:p>
          <a:p>
            <a:pPr lvl="0"/>
            <a:r>
              <a:rPr lang="en-IN" b="0" dirty="0">
                <a:latin typeface="+mn-lt"/>
              </a:rPr>
              <a:t>A common limitation is the lack of evidence verification, bounded reasoning, and safe tool execution in existing maintenance-assistance systems. </a:t>
            </a:r>
          </a:p>
          <a:p>
            <a:pPr lvl="0"/>
            <a:r>
              <a:rPr lang="en-IN" b="0" dirty="0">
                <a:latin typeface="+mn-lt"/>
              </a:rPr>
              <a:t>our project focuses on evidence-grounded retrieval combined with Bounded Agentic AI and safety controls for reliable industrial troubleshooting assistance.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0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3145733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1" name="TextBox 3"/>
          <p:cNvSpPr txBox="1"/>
          <p:nvPr/>
        </p:nvSpPr>
        <p:spPr>
          <a:xfrm>
            <a:off x="2023673" y="0"/>
            <a:ext cx="10168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34636"/>
            <a:ext cx="7588594" cy="4829273"/>
          </a:xfrm>
        </p:spPr>
        <p:txBody>
          <a:bodyPr/>
          <a:lstStyle/>
          <a:p>
            <a:pPr lvl="0"/>
            <a:r>
              <a:rPr lang="en-IN" sz="2400" dirty="0"/>
              <a:t>Industrial Knowledge Corpus: </a:t>
            </a:r>
            <a:r>
              <a:rPr lang="en-IN" sz="2400" b="0" dirty="0"/>
              <a:t>Technical manuals were transformed into a structured knowledge base containing 2,888 semantic chunks and 54 structured troubleshooting records for evidence-based retrieval. </a:t>
            </a:r>
          </a:p>
          <a:p>
            <a:pPr lvl="0" algn="just"/>
            <a:r>
              <a:rPr lang="en-IN" sz="2400" dirty="0"/>
              <a:t>Semantic Embedding &amp; Retrieval: </a:t>
            </a:r>
            <a:r>
              <a:rPr lang="en-IN" sz="2400" b="0" dirty="0"/>
              <a:t>The pretrained BAAI/bge-small-en-v1.5 Sentence Transformer converts processed text into 384-dimensional dense embeddings, enabling meaning-based vector similarity search for the RAG pipeline. </a:t>
            </a:r>
          </a:p>
          <a:p>
            <a:pPr lvl="0" algn="just"/>
            <a:r>
              <a:rPr lang="en-IN" sz="2400" dirty="0"/>
              <a:t>Bounded Agentic Intelligence: </a:t>
            </a:r>
            <a:r>
              <a:rPr lang="en-IN" sz="2400" b="0" dirty="0"/>
              <a:t>A custom Bounded Agentic AI framework controls clarification, tool selection, evidence retrieval, and verification while preventing unsupported diagnosis and automatic machine actions.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104860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 </a:t>
            </a:r>
          </a:p>
        </p:txBody>
      </p:sp>
      <p:cxnSp>
        <p:nvCxnSpPr>
          <p:cNvPr id="3145734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Box 3"/>
          <p:cNvSpPr txBox="1"/>
          <p:nvPr/>
        </p:nvSpPr>
        <p:spPr>
          <a:xfrm>
            <a:off x="1888761" y="0"/>
            <a:ext cx="10303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5F4DE1-017F-CE7F-DCD2-E3E9D876C0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337" y="502545"/>
            <a:ext cx="4317296" cy="2700909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81A1AA7-621B-7D44-91B0-D128A84A4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97096"/>
              </p:ext>
            </p:extLst>
          </p:nvPr>
        </p:nvGraphicFramePr>
        <p:xfrm>
          <a:off x="8065854" y="657726"/>
          <a:ext cx="3870150" cy="5342021"/>
        </p:xfrm>
        <a:graphic>
          <a:graphicData uri="http://schemas.openxmlformats.org/drawingml/2006/table">
            <a:tbl>
              <a:tblPr/>
              <a:tblGrid>
                <a:gridCol w="3870150">
                  <a:extLst>
                    <a:ext uri="{9D8B030D-6E8A-4147-A177-3AD203B41FA5}">
                      <a16:colId xmlns:a16="http://schemas.microsoft.com/office/drawing/2014/main" val="1700380195"/>
                    </a:ext>
                  </a:extLst>
                </a:gridCol>
              </a:tblGrid>
              <a:tr h="5342021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sz="2000" dirty="0"/>
                    </a:p>
                    <a:p>
                      <a:endParaRPr lang="en-IN" sz="2000" b="1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74.9% Reduction in Median Retrieval-Unit Size</a:t>
                      </a:r>
                      <a:br>
                        <a:rPr lang="en-IN" sz="2000" dirty="0">
                          <a:solidFill>
                            <a:srgbClr val="0070C0"/>
                          </a:solidFill>
                        </a:rPr>
                      </a:b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Raw technical content was transformed into compact semantic chunks while maintaining </a:t>
                      </a:r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100% chunk-to-vector alignment</a:t>
                      </a:r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97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5" y="1651421"/>
            <a:ext cx="12561647" cy="4941879"/>
          </a:xfrm>
        </p:spPr>
        <p:txBody>
          <a:bodyPr/>
          <a:lstStyle/>
          <a:p>
            <a:pPr lvl="0"/>
            <a:r>
              <a:rPr lang="en-IN" b="0" dirty="0"/>
              <a:t>Module 1 – Knowledge Acquisition &amp; Preprocessing </a:t>
            </a:r>
          </a:p>
          <a:p>
            <a:pPr lvl="0"/>
            <a:r>
              <a:rPr lang="en-IN" b="0" dirty="0"/>
              <a:t>Module 2 – Semantic Embedding &amp; Vector Retrieval </a:t>
            </a:r>
          </a:p>
          <a:p>
            <a:pPr lvl="0"/>
            <a:r>
              <a:rPr lang="en-IN" b="0" dirty="0"/>
              <a:t>Module 3 – RAG-Based Troubleshooting Engine </a:t>
            </a:r>
          </a:p>
          <a:p>
            <a:pPr lvl="0"/>
            <a:r>
              <a:rPr lang="en-IN" b="0" dirty="0"/>
              <a:t>Module 4 – Bounded Agentic AI Orchestration </a:t>
            </a:r>
          </a:p>
          <a:p>
            <a:pPr lvl="0"/>
            <a:r>
              <a:rPr lang="en-IN" b="0" dirty="0"/>
              <a:t>Module 5 – Verification &amp; Safety Control </a:t>
            </a:r>
          </a:p>
          <a:p>
            <a:pPr lvl="0"/>
            <a:r>
              <a:rPr lang="en-IN" b="0" dirty="0"/>
              <a:t>Module 6 – System Integration &amp; Technician Interface </a:t>
            </a:r>
          </a:p>
          <a:p>
            <a:pPr lvl="0"/>
            <a:r>
              <a:rPr lang="en-IN" b="0" dirty="0"/>
              <a:t>Module 7 – Evaluation &amp; Reliability Analysis</a:t>
            </a:r>
          </a:p>
          <a:p>
            <a:pPr lvl="0"/>
            <a:r>
              <a:rPr lang="en-IN" b="0" dirty="0">
                <a:latin typeface="Calibri (Body)"/>
              </a:rPr>
              <a:t>Module 8 - Logging, Audit &amp; Traceability :</a:t>
            </a:r>
          </a:p>
          <a:p>
            <a:pPr lvl="0"/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1048606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3145735" name="Straight Connector 4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TextBox 3"/>
          <p:cNvSpPr txBox="1"/>
          <p:nvPr/>
        </p:nvSpPr>
        <p:spPr>
          <a:xfrm>
            <a:off x="2173575" y="0"/>
            <a:ext cx="10018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23709" cy="5084221"/>
          </a:xfrm>
        </p:spPr>
        <p:txBody>
          <a:bodyPr/>
          <a:lstStyle/>
          <a:p>
            <a:r>
              <a:rPr lang="en-IN" sz="2200" dirty="0">
                <a:highlight>
                  <a:srgbClr val="FFFFFF"/>
                </a:highlight>
              </a:rPr>
              <a:t>Knowledge Acquisition &amp; Preprocessing : </a:t>
            </a:r>
            <a:r>
              <a:rPr lang="en-IN" sz="2200" b="0" dirty="0">
                <a:highlight>
                  <a:srgbClr val="FFFFFF"/>
                </a:highlight>
              </a:rPr>
              <a:t>Industrial Document Collection, PDF Text Extraction, Data Cleaning and Structuring, Section Parsing, Semantic Chunking, Metadata Preservation</a:t>
            </a:r>
            <a:endParaRPr lang="en-IN" sz="2200" dirty="0">
              <a:highlight>
                <a:srgbClr val="FFFFFF"/>
              </a:highlight>
            </a:endParaRPr>
          </a:p>
          <a:p>
            <a:r>
              <a:rPr lang="en-IN" sz="2200" dirty="0">
                <a:highlight>
                  <a:srgbClr val="FFFFFF"/>
                </a:highlight>
              </a:rPr>
              <a:t>RAG-Based Troubleshooting Engine : </a:t>
            </a:r>
            <a:r>
              <a:rPr lang="en-IN" sz="2200" b="0" dirty="0">
                <a:highlight>
                  <a:srgbClr val="FFFFFF"/>
                </a:highlight>
              </a:rPr>
              <a:t>Query Processing, Context Retrieval, Evidence Selection, Context Construction, Grounded Response Generation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Bounded Agentic AI Orchestration : </a:t>
            </a:r>
            <a:r>
              <a:rPr lang="en-IN" sz="2200" b="0" dirty="0">
                <a:highlight>
                  <a:srgbClr val="FFFFFF"/>
                </a:highlight>
              </a:rPr>
              <a:t>Intent Understanding, Missing-Information Detection, Clarification Handling, Tool Selection, Controlled Reasoning, Workflow Orchestration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Verification &amp; Safety Control </a:t>
            </a:r>
            <a:r>
              <a:rPr lang="en-IN" sz="2200" b="0" dirty="0">
                <a:highlight>
                  <a:srgbClr val="FFFFFF"/>
                </a:highlight>
              </a:rPr>
              <a:t>: Evidence Verification, Grounding Validation, Known-Information Checking, Duplicate Tool-Call Prevention, Unsupported Diagnosis Prevention, Automatic Action Restriction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System Integration &amp; Technician Interface </a:t>
            </a:r>
            <a:r>
              <a:rPr lang="en-IN" sz="2200" b="0" dirty="0">
                <a:highlight>
                  <a:srgbClr val="FFFFFF"/>
                </a:highlight>
              </a:rPr>
              <a:t>: Fast API Integration, Agent-Tool Integration, RAG-Agent Integration, Backend-Frontend Communication, Technician Interface, End-to-End Integration</a:t>
            </a:r>
          </a:p>
          <a:p>
            <a:r>
              <a:rPr lang="en-IN" sz="2200" dirty="0">
                <a:highlight>
                  <a:srgbClr val="FFFFFF"/>
                </a:highlight>
              </a:rPr>
              <a:t>Evaluation &amp; Reliability Analysis : </a:t>
            </a:r>
            <a:r>
              <a:rPr lang="en-IN" sz="2200" b="0" dirty="0">
                <a:highlight>
                  <a:srgbClr val="FFFFFF"/>
                </a:highlight>
              </a:rPr>
              <a:t>Retrieval Evaluation, Agent Behaviour Testing, Safety Validation, Response Reliability, Latency Analysis, Industrial Troubleshooting Reliability Score (ITRS)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1048609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45736" name="Straight Connector 3"/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0" name="TextBox 5"/>
          <p:cNvSpPr txBox="1"/>
          <p:nvPr/>
        </p:nvSpPr>
        <p:spPr>
          <a:xfrm>
            <a:off x="1993693" y="0"/>
            <a:ext cx="10198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Troubleshooting Assistance Through Expert knowledge Retrieval Techniques Using Bounded Agentic AI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946</Words>
  <Application>Microsoft Office PowerPoint</Application>
  <PresentationFormat>Widescreen</PresentationFormat>
  <Paragraphs>95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Aravind Kumaran R</cp:lastModifiedBy>
  <cp:revision>6</cp:revision>
  <dcterms:created xsi:type="dcterms:W3CDTF">2024-05-12T23:33:11Z</dcterms:created>
  <dcterms:modified xsi:type="dcterms:W3CDTF">2026-09-11T03:43:59Z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30d12fa682fd4dc3b5765a885e1df615_23</vt:lpwstr>
  </property>
</Properties>
</file>